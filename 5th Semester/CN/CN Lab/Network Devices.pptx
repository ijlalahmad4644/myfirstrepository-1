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73" r:id="rId10"/>
    <p:sldId id="262" r:id="rId11"/>
    <p:sldId id="263" r:id="rId12"/>
    <p:sldId id="264" r:id="rId13"/>
    <p:sldId id="265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network-devices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network-device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network-device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network-device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network-device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network-device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network-device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44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network-device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12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network-device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2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network-device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network-device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network-device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network-device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network-device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network-device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33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On-screen Show (4:3)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PC</cp:lastModifiedBy>
  <cp:revision>4</cp:revision>
  <dcterms:created xsi:type="dcterms:W3CDTF">2013-01-27T09:14:16Z</dcterms:created>
  <dcterms:modified xsi:type="dcterms:W3CDTF">2025-02-13T07:18:04Z</dcterms:modified>
  <cp:category/>
</cp:coreProperties>
</file>