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2" r:id="rId11"/>
    <p:sldId id="263" r:id="rId12"/>
    <p:sldId id="269" r:id="rId13"/>
    <p:sldId id="270" r:id="rId14"/>
    <p:sldId id="271" r:id="rId15"/>
    <p:sldId id="264" r:id="rId16"/>
    <p:sldId id="268" r:id="rId1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3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625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</Words>
  <Application>Microsoft Office PowerPoint</Application>
  <PresentationFormat>On-screen Show (4:3)</PresentationFormat>
  <Paragraphs>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2</cp:revision>
  <dcterms:created xsi:type="dcterms:W3CDTF">2024-03-14T04:44:59Z</dcterms:created>
  <dcterms:modified xsi:type="dcterms:W3CDTF">2024-10-17T02:50:12Z</dcterms:modified>
</cp:coreProperties>
</file>