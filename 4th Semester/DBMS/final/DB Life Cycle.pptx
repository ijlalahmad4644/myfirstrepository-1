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1"/>
  </p:notesMasterIdLst>
  <p:sldIdLst>
    <p:sldId id="276" r:id="rId5"/>
    <p:sldId id="278" r:id="rId6"/>
    <p:sldId id="279" r:id="rId7"/>
    <p:sldId id="280" r:id="rId8"/>
    <p:sldId id="277" r:id="rId9"/>
    <p:sldId id="281" r:id="rId10"/>
    <p:sldId id="282" r:id="rId11"/>
    <p:sldId id="283" r:id="rId12"/>
    <p:sldId id="284" r:id="rId13"/>
    <p:sldId id="289" r:id="rId14"/>
    <p:sldId id="291" r:id="rId15"/>
    <p:sldId id="292" r:id="rId16"/>
    <p:sldId id="293" r:id="rId17"/>
    <p:sldId id="295" r:id="rId18"/>
    <p:sldId id="296" r:id="rId19"/>
    <p:sldId id="297" r:id="rId20"/>
    <p:sldId id="299" r:id="rId21"/>
    <p:sldId id="300" r:id="rId22"/>
    <p:sldId id="301" r:id="rId23"/>
    <p:sldId id="302" r:id="rId24"/>
    <p:sldId id="303" r:id="rId25"/>
    <p:sldId id="304" r:id="rId26"/>
    <p:sldId id="305" r:id="rId27"/>
    <p:sldId id="306" r:id="rId28"/>
    <p:sldId id="307" r:id="rId29"/>
    <p:sldId id="30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87" autoAdjust="0"/>
    <p:restoredTop sz="92652" autoAdjust="0"/>
  </p:normalViewPr>
  <p:slideViewPr>
    <p:cSldViewPr>
      <p:cViewPr varScale="1">
        <p:scale>
          <a:sx n="106" d="100"/>
          <a:sy n="106" d="100"/>
        </p:scale>
        <p:origin x="22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14:43.8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17:38.1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17:39.0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0:19.4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6:28.08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7:03.09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1 277,'0'0,"0"0,0 0,0 0,0 0,0 0,1 1,0 0,0 1,1-1,-1 0,1 0,-1 0,0 0,1 0,0 0,-1 0,1-1,0 1,-1 0,2-1,-2 1,23 8,1-2,0 0,0-1,11 0,105 8,-134-13,182 6,24-8,84 2,-51 0,65 2,103 6,-39-2,-205-6,138-18,-72 2,-141 10,527-15,18-1,147 0,-141-2,50-17,-75 7,-253 24,40-3,364-57,-593 58,46 8,149-9,-350 10,123-10,96 6,295 2,-183-3,-80 8,392-7,87-17,65 37,-256 1,-117-2,-63-2,-240-7,-89-2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7:03.896"/>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0,'0'0,"0"0,0 0,0 0,0 0,0 0,0 0,4 0,5 0,9 2,4 3,9 6,15 6,-2 1,-7-2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7:04.76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41,'6'3,"10"1,1-1,-1 0,1-1,12-1,5 1,1101 42,-473-51,163 2,-321 18,376 1,180-21,334 32,-916-8,5-21,229-8,217-6,137 9,238-10,136-49,-745 55,-180 5,-450 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7:07.11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49,'0'0,"0"0,0 0,0 0,0 0,21 0,256 0,1810-9,-523 42,-843-7,0-29,970-32,-1612 34,596-18,227-2,-364 11,-128 0,1092 27,-1200-1,-266-13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30.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64,'0'0,"0"0,0 0,0 0,0 0,5 0,663 1,1214-9,-1023-11,-369 10,430 1,556-12,-1461 19,165 1,161 21,-264-13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5.3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0,0 0,0 0,0 0,0 0,0 2,0 2,2 5,0 0,1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5.7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7,'0'0,"0"0,0 0,3 0,8 0,2 0,-2 0</inkml:trace>
  <inkml:trace contextRef="#ctx0" brushRef="#br0" timeOffset="1">712 29,'0'0,"0"0,0 0,6 0,1 0,0 0</inkml:trace>
  <inkml:trace contextRef="#ctx0" brushRef="#br0" timeOffset="2">1424 7,'0'0,"0"0,8-2,2 0,0-1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6.1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34,'0'0,"0"0,0 0,4 0,10 2,4 1,-2-1</inkml:trace>
  <inkml:trace contextRef="#ctx0" brushRef="#br0" timeOffset="1">666 113,'0'0,"0"0,6-2,12-3,15-2,3 1,-5 0</inkml:trace>
  <inkml:trace contextRef="#ctx0" brushRef="#br0" timeOffset="2">1435 46,'0'0,"0"0,0 0,10 0,3 0,-1 0</inkml:trace>
  <inkml:trace contextRef="#ctx0" brushRef="#br0" timeOffset="3">2090 11,'0'0,"6"0,2 0,-1 0</inkml:trace>
  <inkml:trace contextRef="#ctx0" brushRef="#br0" timeOffset="4">2869 1,'2'0,"1"0,-1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6.4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12,'0'0,"4"0,10 2,4 1,-2-1</inkml:trace>
  <inkml:trace contextRef="#ctx0" brushRef="#br0" timeOffset="1">712 24,'0'0,"4"0,9 0,2 0,-1 0</inkml:trace>
  <inkml:trace contextRef="#ctx0" brushRef="#br0" timeOffset="2">1436 1,'4'0,"1"0,-1 0</inkml:trace>
  <inkml:trace contextRef="#ctx0" brushRef="#br0" timeOffset="3">2147 24,'0'0,"8"0,15 0,5 0,-3 0</inkml:trace>
  <inkml:trace contextRef="#ctx0" brushRef="#br0" timeOffset="4">2815 102,'0'0,"0"0,0 0,0 0,0 0,1 0,2 0,-1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7.4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0,'0'0,"0"0,0 0,0 0,0 0,0 0,0 0,0 0,4 2,8 5,3 0,-1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7.8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1,'0'0,"0"0,4 0,8 2,4 0,-3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28.9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1 159,'6'1,"110"4,103-9,-53-1,92 7,-25 0,62-14,-34-8,253 15,18 10,1-22,-218 6,-127 6,176-7,774-51,-572 44,45 26,-310-6,78 3,104 3,-128-5,265 3,112 4,18-5,-109-2,-65 6,-109-2,-239-3,261 9,-228 0,226 19,-437-26,40-1,-70-4,0-1,0-2,0 0,0-1,18-6,3-3,-6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34.7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0 226,'3'2,"0"-1,-1 1,1-1,0 0,0 0,0 0,0-1,0 1,0-1,0 1,0-1,0 0,0 0,1 0,8 0,224 28,-81-17,-25-3,30-1,0-6,57-10,-137 5,131-3,-14 1,24-11,-84 7,59 5,65-3,38 1,-158 7,110-16,-96 4,156 9,3 1,209-11,-373 10,-23 0,197 2,-239 1,-1-3,30-8,-10 2,36 3,17 7,119-5,-97-16,-2 1,-3 7,694-41,-696 43,358-9,579 20,-1093-1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37.5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1 430,'19'-12,"13"-3,1 2,0 1,22-4,112-21,-98 22,480-86,-246 48,354-51,-379 74,110 9,-120 20,260 34,-355-11,0 7,-2 8,88 35,-166-41,-2 4,26 16,-66-25,-2 1,-1 3,-1 2,29 26,-49-34,0 1,-2 2,-1 1,-1 0,-2 2,-1 0,-1 2,-1 0,-2 1,-2 1,7 20,-17-40,-1 1,0 0,-1 0,0-1,-1 1,-1 0,0 0,-1 0,-2 6,-1 0,-1-1,0 1,-2-1,0 0,-2 0,-1 2,-20 30,-2-1,-2-2,-2-1,-9 6,-98 116,-8-6,-84 67,165-172,-2-4,-3-2,-56 29,19-22,-2-4,-47 13,39-25,-62 12,-130 22,268-67,-173 36,-3-10,-51-4,-232-2,405-28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29:37.8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937 1683,'-42'-3,"0"-1,1-3,0-1,-4-2,18 3,-47-10,2-4,0-2,-1-6,39 15,1-2,0-1,2-2,0-1,1-1,1-2,-7-8,22 17,0-1,1 0,1-1,1-1,0 0,1 0,1-1,1 0,-3-10,2 1,1 0,1-1,2 0,1 0,1-1,1-11,3-13,2 0,3 1,1-1,3 1,3 1,1 0,3 0,14-33,2 2,28-44,-34 76,3 1,2 2,1 1,21-20,-13 22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27.889"/>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1,'0'0,"0"0,0 0,2 0,0 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28.23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0,'0'0,"0"0</inkml:trace>
  <inkml:trace contextRef="#ctx0" brushRef="#br0" timeOffset="1">1424 147,'0'0,"0"0,0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28.583"/>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0 169,'10'2,"395"32,-150-15,-23-3,0-10,52-13,-86-1,199-14,-37-1,129-13,-308 14,495-51,-228 46,-437 26,62-2</inkml:trace>
  <inkml:trace contextRef="#ctx0" brushRef="#br0" timeOffset="1">5017 1,'0'0,"0"0,11 0,4 0,0 0</inkml:trace>
  <inkml:trace contextRef="#ctx0" brushRef="#br0" timeOffset="2">5728 22,'0'0,"0"0,10 0,16 0,4 0,-3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29.01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7,'0'0,"0"0,0 0,6 0,15-2,4 0,-2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3.54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1 195,'5'0,"431"-9,205 0,1245 36,-576-30,-826-7,1112 2,-324-2,-11-73,-240-3,-1000 84,-12 1,-1 1,1 0,-1 0,1 1,-1 0,3 0,-9 0,0 0,0 0,-1 1,1-1,-1 0,1 0,-1 1,1-1,-1 1,0-1,1 1,-1 0,0-1,0 1,-1 0,1 0,0 0,0 0,-1 0,1 0,-1 0,0 0,1 1,1 6,26 93,-6 1,-3 1,-5 1,-5 6,2 138,-11 41,-31 428,3-120,48 1923,10-2128,16-1,35 83,-70-417,60 314,-17 3,-51-355,-2-8,1 0,-2 1,1-1,-2 0,0 2,-25-5,17-6,-92 27,-2-4,0-4,-85 5,-319 8,450-32,-659 28,-363 19,-1039 87,-585 0,2568-134,-852 50,701-13,130-16,-145 4,190-20,70-3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4.30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114 7113,'1'-15,"1"1,0 0,1 0,4-12,3-14,11-76,-4-1,-5-1,-5-67,-17-111,-17-25,-1-34,-2-804,3 33,7 464,11 139,-21-553,15 814,16-140,-2 399,1 1,0-1,1 1,-1-1,0 1,1 0,0-1,-1 1,1 0,0-1,0 1,0 0,0 0,1 0,-1 0,1 0,-1 0,1 0,1-1,2 0,0 0,1 1,-1-1,1 1,-1 0,1 1,5-2,105-24,265-56,-111 32,-18 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5.681"/>
    </inkml:context>
    <inkml:brush xml:id="br0">
      <inkml:brushProperty name="width" value="0.05" units="cm"/>
      <inkml:brushProperty name="height" value="0.05" units="cm"/>
      <inkml:brushProperty name="color" value="#CC0066"/>
      <inkml:brushProperty name="ignorePressure" value="1"/>
    </inkml:brush>
  </inkml:definitions>
  <inkml:trace contextRef="#ctx0" brushRef="#br0">765 1,'0'0,"0"0,0 0,-4 0,0 1,1 0,-1 1,1-1,-1 0,1 1,0 0,-1 0,0 1,-10 5,-66 30,3 5,2 2,1 4,3 3,2 3,-15 20,58-51,2 1,1 1,1 1,1 1,-2 6,16-21,0-1,1 1,0 0,1 1,1-1,-2 9,5-13,-1 0,1 0,1 0,0 0,0 0,1 0,0 0,0 0,1 0,2 6,-1-5,1-2,0 1,1 0,0-1,0 0,0 0,1 0,1-1,-1 0,1 0,0-1,3 3,14 8,1 0,0-1,12 4,35 16,1-3,2-4,43 11,238 52,-83-23,-222-54,-1 1,-1 4,0 1,8 7,-32-14,0 1,-1 1,-1 2,0 0,-2 1,0 1,-1 1,7 10,-22-25,-1 1,1-1,-1 1,0-1,-1 1,0 1,0-1,0 0,-1 1,0-1,-1 1,0-3,-1 0,0 0,0 0,0 0,-1 0,0-1,0 1,0 0,0 0,-1-1,0 1,0-1,0 1,0-1,-1 0,0 0,0 0,0 1,-12 11,0-1,-1 0,0 0,-1-2,-1 0,0-1,-3 0,-34 18,-49 19,12-12,-1-4,-1-4,-1-5,-2-4,0-3,-1-6,0-3,-84-5,103-6,17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6.292"/>
    </inkml:context>
    <inkml:brush xml:id="br0">
      <inkml:brushProperty name="width" value="0.05" units="cm"/>
      <inkml:brushProperty name="height" value="0.05" units="cm"/>
      <inkml:brushProperty name="color" value="#CC0066"/>
      <inkml:brushProperty name="ignorePressure" value="1"/>
    </inkml:brush>
  </inkml:definitions>
  <inkml:trace contextRef="#ctx0" brushRef="#br0">50 0,'-1'29,"-17"220,-9 183,24-7,18 0,33 130,-44-523,-2-3,2-1,0 1,3-1,0 0,7 16,-7-30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6.62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0 180,'0'0,"0"0,0 0,0 0,0 0,0 0,0 0</inkml:trace>
  <inkml:trace contextRef="#ctx0" brushRef="#br0" timeOffset="1">814 35,'0'0</inkml:trace>
  <inkml:trace contextRef="#ctx0" brushRef="#br0" timeOffset="2">1322 0,'0'0,"0"0,0 0,0 0,0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6.93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74,'10'0,"25"-2,44-2,26-3,12-2,8 0,-1 3,0-6,-21-1,-27 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9.964"/>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2088,'21'-200,"-6"35,18-50,18-37,63-209,-110 444,24-85,5-3,-17 62,2 0,1 1,17-23,-6 18,1 0,3 3,2 1,1 1,2 2,29-21,-59 53,1 1,0 0,0 1,0 0,10-4,-15 8,0 0,0 1,0 0,0 0,1 0,-1 0,0 1,1 0,-1 0,0 0,1 1,-1-1,0 1,1 1,7 2,-1 0,1 2,-1-1,-1 2,1-1,-1 1,0 1,-1 0,1 1,-1 0,17 18,-2 1,0 1,-2 1,23 34,-3 2,-3 2,-3 2,-3 1,20 62,-8 3,-6 2,16 109,-5-3,25 138,-71-351,-1 0,-2 1,-1-1,-3 21,0-26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0.28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1 365,'0'0,"0"0,0 0,4-1,18-6,43-10,55-12,27-7,-11 3,86-28,9-8,-34 6,-51 15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1.042"/>
    </inkml:context>
    <inkml:brush xml:id="br0">
      <inkml:brushProperty name="width" value="0.05" units="cm"/>
      <inkml:brushProperty name="height" value="0.05" units="cm"/>
      <inkml:brushProperty name="color" value="#CC0066"/>
      <inkml:brushProperty name="ignorePressure" value="1"/>
    </inkml:brush>
  </inkml:definitions>
  <inkml:trace contextRef="#ctx0" brushRef="#br0">8 1,'0'0,"0"0,0 6,0 5,-2 13,-1 2,1-3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1.37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176 1161,'-1'9,"-6"23,-6 28,-5 22,-4 15,1 8,1-2,3-6,2-11,1-9,2-3,3-15,2-16</inkml:trace>
  <inkml:trace contextRef="#ctx0" brushRef="#br0" timeOffset="1">719 1,'0'0,"0"0,0 0,0 0,0 0,2 6,4 13,2 3,-1-1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1.70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1,'2'11,"8"37,10 37,14 35,8 23,3 14,-1-2,1-8,-5-16,-6-21,-7-21,-9-26,-7-23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2.09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0 280,'0'0,"0"0,0 0,0 0,0 0</inkml:trace>
  <inkml:trace contextRef="#ctx0" brushRef="#br0" timeOffset="1">994 77,'14'-2,"30"-8,26-7,24-1,-4 1,-17 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7.475"/>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0 230,'2'-1,"-1"0,1 1,0-1,-1 0,1 1,0-1,0 1,-1-1,1 1,0 0,0 0,1 0,11-2,204-30,45 4,388-50,-505 55,146-20,-198 33,2 4,6 5,-49 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7.92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149 1,'0'7,"-25"856,-39-5,48-676,-13 145,15 7,14-284,7 40,-2-50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8.385"/>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1 185,'20'-5,"317"-63,331-21,-651 87,120-11,1 6,-121 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8.703"/>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34,'11'-2,"31"0,26-2,29-5,-1 0,-17 2</inkml:trace>
  <inkml:trace contextRef="#ctx0" brushRef="#br0" timeOffset="1">485 350,'-3'0,"-12"0,-16 0,-3 0,4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8:59.05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21,'0'0,"7"0,21 2,24 1,26-3,19-1,21-2,22-2,18-1,0 0,-20 2,-25 4,-32 1,-30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3.57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1087 1,'-9'0,"-72"10,0 3,-76 24,69-16,34-9,-110 28,131-30,1 2,0 0,-26 16,40-17,1 0,0 2,0 0,2 1,-1 0,2 1,0 1,1 1,1 0,0 0,0 3,-9 17,2 2,2-1,2 2,-10 37,23-72,-3 14,0 0,1 0,0 0,1 5,3-18,0-1,0 0,0 1,1-1,-1 0,1 1,1-1,-1 0,1 0,0 0,0 0,0 0,1 0,-1-1,1 1,0-1,4 4,4 3,0-1,1 0,0-1,0 0,11 4,71 35,-59-31,383 200,-214-101,56 50,-238-151,-1 1,0 0,-2 2,0 0,0 2,-11-10,0 0,0 1,-1 0,-1 1,0 0,0 0,-1 0,-1 0,0 1,2 11,-3-7,0 0,-2 0,0-1,-1 1,0 0,-2 0,0 0,-1 0,0-1,-1 1,-1-1,-1 0,0 0,-1-1,-1 0,0 0,-1-1,-1 0,0 0,-1-1,0-1,-1 0,-1 0,0-1,0-1,-7 5,-12 5,-1-2,0 0,-2-3,-9 3,-32 9,-39 6,62-21,0-3,-1-1,0-3,-13-2,-212-10,113 1,132 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7.055"/>
    </inkml:context>
    <inkml:brush xml:id="br0">
      <inkml:brushProperty name="width" value="0.05" units="cm"/>
      <inkml:brushProperty name="height" value="0.05" units="cm"/>
      <inkml:brushProperty name="color" value="#CC0066"/>
      <inkml:brushProperty name="ignorePressure" value="1"/>
    </inkml:brush>
  </inkml:definitions>
  <inkml:trace contextRef="#ctx0" brushRef="#br0">462 1,'-1'2,"1"-1,-1 1,0 0,1-1,-1 1,0-1,0 1,0-1,0 1,-2 1,-22 27,1 2,2 0,1 2,-16 33,-58 149,83-186,-47 120,-17 79,52-143,4 2,4 0,0 40,13-80,2 0,3 1,1-1,3 0,1 0,3-1,2 0,2-1,2 0,9 16,-15-41,1-1,0-1,2 1,0-2,1 0,1-1,1 0,0-1,1-1,1 0,0-1,1-2,0 1,12 4,-14-9,1 0,-1-1,1-1,1-1,-1 0,1-1,0-1,0-1,0-1,0 0,0-2,0 0,0-1,0-1,-1 0,1-2,10-4,4-4,-1-2,-1-2,0 0,-1-2,-1-2,-1 0,0-2,-2-1,-1-1,-1-1,11-17,-24 27,0-1,-1 0,0-1,-2 0,0 0,-1-1,-1 0,-1 0,0-1,-2 1,1-11,0-30,-2 0,-3 1,-3-8,-7-86,-11-22,8 88,-5 0,-22-61,27 108,-1 1,-3 0,-1 1,-2 1,-3-1,6 11,-2 0,0 2,-2 0,-1 2,0 0,-22-14,30 26,-1 2,1 0,-1 0,-1 2,0 0,0 1,0 0,0 2,-1 0,-10-1,5 3,0 0,1 1,-1 2,0 0,0 2,0 0,1 1,-1 2,9-2,0 1,1 0,0 2,0-1,0 1,1 1,0 0,1 1,0 1,0-1,1 1,0 1,1 0,0 1,-1 2,-7 12,2 1,0 1,2 0,1 0,1 1,-3 18,7-16,1-1,1 1,2 1,1-1,2 0,0 1,3-1,0 0,2 0,1 0,2-1,9 23,-11-36,1 0,1-1,1 0,0 0,1-1,0 0,2 0,4 4,3 0,0-1,2 0,0-2,1 0,8 4,34 15,2-3,0-3,51 15,-87-34,32 11,-1 3,-1 3,57 34,-82-38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07.413"/>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0,'0'0,"0"8,0 2,0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15.170"/>
    </inkml:context>
    <inkml:brush xml:id="br0">
      <inkml:brushProperty name="width" value="0.05" units="cm"/>
      <inkml:brushProperty name="height" value="0.05" units="cm"/>
      <inkml:brushProperty name="color" value="#CC0066"/>
      <inkml:brushProperty name="ignorePressure" value="1"/>
    </inkml:brush>
  </inkml:definitions>
  <inkml:trace contextRef="#ctx0" brushRef="#br0">90 1,'0'0,"3"5,2 9,-1 0,0 0,-1 0,0 0,-1 1,-1-1,0 2,1 5,16 287,-18 225,-7-371,-21 108,11-170,-3 0,-5-2,-13 25,38-122,-1 1,1-1,0 0,0 0,0 1,0-1,0 0,1 0,-1 1,0-1,0 0,1 0,-1 0,1 0,-1 1,1-1,0 0,-1 0,1 0,0 0,0 0,0 0,-1-1,1 1,0 0,0 0,0-1,1 1,-1 0,1 0,39 18,-35-17,20 7,2-1,-1-1,1-1,0-2,20 1,43-1,8-4,-71-1,513-32,-494 28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21.93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0,'188'9,"-40"-2,160 16,-58-2,-22-10,716 43,-547-31,-188-11,-128-5,-25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24.30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0,'1295'0,"-1244"0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59:25.71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33.0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7,'0'0,"0"0,4-2,1 0,0-1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33.3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0 229,'0'0,"0"0</inkml:trace>
  <inkml:trace contextRef="#ctx0" brushRef="#br0" timeOffset="1">723 60,'4'0,"30"0,43 0,33-4,18-1,14-2,39-7,7 1,-17 2,-18 5,8 8,9-1,-8 4,-16 4,-17 7,-31 0,-31-2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33.7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1416 0,'0'0,"0"11,1 67,-3 98,1-161,0 0,-1-1,-1 1,-1-1,0 0,-1 1,0-2,-1 1,-4 5,1-2,-2-2,0 1,0-1,-1-1,-1 0,-1-1,-5 4,-15 10,-2-1,-1-2,-2-1,0-2,0-2,-41 13,-61 15,-64 10,-5 2,79-15,-74 39,127-48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34.4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3454 1577,'-17'4,"1"-2,-1 0,-1 0,-24 2,-315 55,-138 18,221-55,-128-12,190-15,0-10,-37-15,244 30,-311-53,231 35,0-5,-55-22,75 20,2-3,-54-32,91 44,0 0,2-2,0-1,1 0,1-2,1-1,-17-22,29 32,2 0,0-1,0 0,1 0,1-1,0 1,1-1,0-1,1 1,1 0,0-1,1 1,1-1,0 1,1-1,2-10,-1 14,0 1,1 0,0 0,1 0,0 1,0-1,1 1,1 0,-1 1,1-1,1 1,0-1,11-11,1 0,2 1,21-16,59-38,3 5,3 4,83-34,-45 35,2 7,62-12,-102 33,143-39,3 10,2 12,2 10,2 12,13 11,34 7,-200 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47.6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1 320,'22'6,"-4"0,76 25,2-3,68 9,71-9,39-8,-225-17,592 28,-342-24,128-20,106-1,-376 15,96-14,273-35,-428 36,-1-5,-1-3,-1-5,-1-4,12-9,-73 24,-1-1,0-2,-1 0,0-3,-2 0,0-2,-2-1,0-1,7-11,-27 29,-6 5,0 1,-1-1,1 0,0 1,0-1,0 1,-1-1,1 0,0 0,-1 0,1 1,-1-1,1 0,-1 0,1 0,-1 0,0 0,1 0,-1 0,0 0,0 0,0 0,0 0,0 0,0 0,0 0,0 0,0 0,0 0,0 0,-1 0,1 0,0 1,-1-1,1 0,-1 0,1 0,-1 0,1 0,-14-27,7 15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2:16.3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0,'0'0,"0"0,0 0,0 0,0 0,0 0,0 0,3 6,29 65,-3 1,10 42,33 153,-34-87,13 171,-6 192,-39-457,-3-17,-3-65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2:18.4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376 1,'0'0,"0"0,0 0,0 0,0 0,0 0,-2 1,1 0,0 1,-1-1,1 1,0-1,0 1,0-1,0 1,1 0,-1 1,-1-1,-20 47,1 1,3 0,2 2,-4 26,10-39,-62 267,-12 163,-9 319,87-718,7-68,-1-5,1-1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08:38.031"/>
    </inkml:context>
    <inkml:brush xml:id="br0">
      <inkml:brushProperty name="width" value="0.05" units="cm"/>
      <inkml:brushProperty name="height" value="0.05" units="cm"/>
      <inkml:brushProperty name="color" value="#CC0066"/>
      <inkml:brushProperty name="ignorePressure" value="1"/>
    </inkml:brush>
  </inkml:definitions>
  <inkml:trace contextRef="#ctx0" brushRef="#br0">2 721,'-1'-24,"1"5,0 1,1 0,1-1,1 1,-2 11,1 1,0-1,0 1,1 0,0 0,0 0,0 0,1 0,-1 1,1-1,1 1,-1 0,2 0,18-17,2 1,0 1,1 2,21-11,122-56,-119 61,214-94,-188 89,1 4,46-8,27 0,1 6,1 7,29 5,456 12,-344 5,-87-3,233 2,-396 2,0 1,0 2,-1 2,0 2,0 2,-1 2,11 6,-30-9,0 0,0 2,-1 1,14 11,78 70,-20-16,-92-78,124 103,-100-80,-1 1,-1 1,14 21,7 17,-2 3,-3 1,9 26,-32-57</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0:59.4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0,'19'8,"-8"-2,64 19,1-3,0-4,8-2,-50-9,43 6,2-3,31-2,159-4,-43-1,567 4,-547-7,-72-9,-11 0,174 1,60 0,15-2,-66 0,-205 8,68 0,33 10,-178-3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1:01.9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1,'20'11,"-1"-5,1-1,-1 0,1-2,0 0,3-1,100 0,-67-3,1021-12,-945 10,731-9,-387 6,9 13,22 0,361 1,-419-10,-74-2,391 5,-337-1,-127-1,143-1,333 6,-71-5,-609-2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3:16.6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1817,'0'0,"0"0,0 0,0 0,0 0,0 0,7 7,1-1,-1-1,1 1,0-2,0 1,1-1,-1 0,1-1,0 0,0 0,0-1,0 0,1-1,-1 0,0 0,1-1,-1 0,1-1,-1 0,0-1,0 0,0 0,0 0,0-2,0 1,0-1,-1 0,0 0,0-1,0-1,7-5,34-38,-1-1,-3-3,29-46,109-181,-151 228,256-450,-208 357,56-78,61-67,-175 257,-4 7,-4 6</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4:55.5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2367,'0'0,"0"0,0 0,6 5,155 175,78 59,-215-217,1-1,1-1,7 3,-23-16,0-2,0 0,0 0,1 0,-1-2,1 1,0-1,1-1,-1 0,0 0,5-1,4-2,0 0,0-1,-1-1,1-1,-1 0,0-2,14-6,16-8,-1-3,14-10,-1-4,-2-2,-2-3,-2-2,-2-2,43-49,53-72,21-43,-24 27,789-875,-370 469,-509 531,-2-2,-3-2,2-9,-19 20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5.084"/>
    </inkml:context>
    <inkml:brush xml:id="br0">
      <inkml:brushProperty name="width" value="0.05" units="cm"/>
      <inkml:brushProperty name="height" value="0.05" units="cm"/>
      <inkml:brushProperty name="color" value="#CC0066"/>
      <inkml:brushProperty name="ignorePressure" value="1"/>
    </inkml:brush>
  </inkml:definitions>
  <inkml:trace contextRef="#ctx0" brushRef="#br0">133 1,'0'0,"0"2,4 30,-1 0,-1 1,-2 6,0-17,-9 339,-19 43,-57 362,77-709,4-30,0-1,2 1,1 0,1 1,1 8,0-34,-1 1,1-1,-1 1,1-1,0 1,0-1,0 0,0 1,0-1,1 0,-1 0,1 0,-1 0,1 0,0 0,0-1,0 1,0 0,0-1,0 1,0-1,0 0,1 0,-1 0,1 0,-1 0,0-1,1 1,-1-1,1 1,-1-1,3 0,10 1,0-1,-1-1,1-1,-1 0,7-2,-8 2,59-13,0-3,51-21,137-62,-226 87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5.68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1535 18,'-27'-11,"6"8,0 1,-1 0,1 2,0 1,-1 1,-18 3,-7 5,1 1,-30 12,-3 7,1 3,2 3,1 3,3 4,1 3,2 2,3 4,1 3,4 2,-6 12,21-17,3 2,1 2,4 1,2 2,3 2,2 1,3 2,3 0,2 2,-2 24,19-66,0 0,2 0,1 1,1-1,1 1,2 13,0-28,0-1,1 0,0 0,0 0,1 0,0 0,1 0,0-1,0 1,1-1,0 0,0-1,1 1,0-1,0 0,1-1,0 1,6 3,4 2,0-1,1-1,1-1,0 0,0-1,1-2,0 1,0-2,1-1,34 6,1-3,44 0,7-6,0-4,0-5,-1-5,2-4,100-26,109-42,-285 76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17.59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1,'0'0,"0"0,0 0,2 97,4 88,4 51,-1 16,3 0,2-17,1-27,1-35,0-35,0-33,-3-36,-3-29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17.99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1,'5'-1,"-1"1,0 1,0-1,0 1,0-1,1 1,-1 0,3 2,12 2,74 17,0 5,51 23,-90-28,-1 3,-1 1,-1 3,42 33,-79-52,0 1,-1 1,0 0,-1 1,0 0,-1 1,8 11,-16-19,1 0,-1 0,0 0,-1 0,0 0,0 0,0 1,-1-1,1 1,-2-1,1 1,-1-1,0 1,0 0,-1-1,1 1,-2-1,1 1,-1-1,0 1,0-1,-1 1,-5 9,-1 1,-1-2,0 1,-1-1,-12 13,14-19,1 0,-2 0,1-1,-1 0,0-1,-1 0,0 0,0-1,-3 1,0-3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18.68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1,'9'4,"-5"0,1 0,0 1,-1 0,0 0,0 0,-1 0,1 0,-1 1,0 0,1 3,2 2,45 96,-5 2,-5 2,-4 1,-6 2,-3 9,-22-98,-2-8,0 1,-1 0,-1 0,-1 0,0 7,-2-23,-1-7,1-11,6-4,1 0,1 0,0 1,2 0,2-3,12-31,-17 38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19.001"/>
    </inkml:context>
    <inkml:brush xml:id="br0">
      <inkml:brushProperty name="width" value="0.05" units="cm"/>
      <inkml:brushProperty name="height" value="0.05" units="cm"/>
      <inkml:brushProperty name="color" value="#CC0066"/>
      <inkml:brushProperty name="ignorePressure" value="1"/>
    </inkml:brush>
  </inkml:definitions>
  <inkml:trace contextRef="#ctx0" brushRef="#br0">21 0,'0'0,"0"0,0 0,0 0,-5 2,-3 1,1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19.414"/>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1 147,'2'0,"-1"0,1 1,-1-1,1 0,-1 0,1 1,0-1,-1 1,1-1,-1 1,2 0,7 4,-4-4,41 14,24 3,-58-15,1-1,-1 0,1-1,0-1,0 0,-1 0,14-3,-24 2,0 1,0-1,0 0,-1 0,1 0,0 0,0 0,-1-1,1 1,-1-1,1 0,-1 0,0 0,1 0,-1 0,0 0,1-2,-2 2,0 0,0 0,-1 0,1 0,-1-1,1 1,-1 0,0 0,0 0,0 0,0 0,0-1,0 1,-1 0,1 0,-1 0,1 0,-1 0,0 0,0 0,0 0,0 0,0 0,-1-1,-8-12,-1 1,-1 0,0 1,0 0,-2 1,1 0,-7-3,11 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1.352"/>
    </inkml:context>
    <inkml:brush xml:id="br0">
      <inkml:brushProperty name="width" value="0.05" units="cm"/>
      <inkml:brushProperty name="height" value="0.05" units="cm"/>
      <inkml:brushProperty name="color" value="#CC0066"/>
      <inkml:brushProperty name="ignorePressure" value="1"/>
    </inkml:brush>
  </inkml:definitions>
  <inkml:trace contextRef="#ctx0" brushRef="#br0">409 0,'-4'1,"1"0,-1-1,1 1,0 0,-1 1,1-1,0 0,0 1,0 0,0 0,0 0,0 0,0 0,-1 2,-35 38,9 2,1 1,2 1,2 2,0 7,-49 90,58-119,0-1,-2 0,0-2,-10 9,14-17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1.916"/>
    </inkml:context>
    <inkml:brush xml:id="br0">
      <inkml:brushProperty name="width" value="0.05" units="cm"/>
      <inkml:brushProperty name="height" value="0.05" units="cm"/>
      <inkml:brushProperty name="color" value="#CC0066"/>
      <inkml:brushProperty name="ignorePressure" value="1"/>
    </inkml:brush>
  </inkml:definitions>
  <inkml:trace contextRef="#ctx0" brushRef="#br0">37 0,'0'0,"0"0,0 0,0 0,0 0,0 0,0 0,0 0,0 0,0 0,-2 6,-8 9,-3 3,1-2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2.25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1 159,'0'2,"0"1,0 0</inkml:trace>
  <inkml:trace contextRef="#ctx0" brushRef="#br0" timeOffset="1">352 868,'1'0,"1"0,-1-1,0 1,1-1,-1 1,0-1,0 0,1 1,-1-1,0 0,0 0,0 0,0 0,9-6,47-32,-2-3,-1-2,-3-2,42-48,-84 82,-1 0,0 0,0-1,-1 0,-1 0,0 0,-1-1,0 0,-1 0,-1-1,0 1,-1-1,-1 1,0-1,-1 0,0 1,-1-1,-1 0,-3-13,0 8,0 1,-1 0,-1 0,-1 0,0 1,-1 1,-1-1,-1 1,-1 1,0 0,-1 1,-1 0,0 1,-6-5,13 14,0-1,0 1,0 0,-6-2,10 6,0-1,0 1,0 0,0 1,0-1,0 0,0 1,0 0,0 0,0 0,-1 0,1 0,0 1,-1-1,-9 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2.767"/>
    </inkml:context>
    <inkml:brush xml:id="br0">
      <inkml:brushProperty name="width" value="0.05" units="cm"/>
      <inkml:brushProperty name="height" value="0.05" units="cm"/>
      <inkml:brushProperty name="color" value="#CC0066"/>
      <inkml:brushProperty name="ignorePressure" value="1"/>
    </inkml:brush>
  </inkml:definitions>
  <inkml:trace contextRef="#ctx0" brushRef="#br0">309 0,'0'3,"0"0,0 0,0-1,1 1,0 0,-1 0,1-1,0 1,1 1,5 16,126 448,38 143,-147-519,23 96,-51-188,0 0,0 0,-1 0,1-1,0 0,0 0,0 0,-1 0,-1-1,-9-2,-16-3,-1 1,-1 2,1 2,0 0,-1 2,-20 4,37-2,0 0,0 2,1 0,-1 0,1 2,0 0,0 0,1 2,0 0,0 0,0 1,1 1,1 0,-4 5,-2 4,0 2,2 0,0 1,2 0,0 1,1 1,2 0,0 1,2 0,1 0,0 1,-1 18,7-36,1 1,0 0,0 0,1 0,0 1,1-1,0 0,0 0,1-1,0 1,0 0,1 0,0-1,1 0,0 0,0 0,1 0,0 0,1-1,-1 0,1 0,0 0,1-1,0 0,0 0,0-1,1 0,-1 0,1-1,1 0,9 4,1-1,1-1,-1-1,1 0,0-2,1 0,-1-2,0 0,0-1,20-2,9-4,-1-1,1-3,42-14,24-15,-25 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3.199"/>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1 135,'9'35,"2"0,1-1,2 0,6 10,10 13,37 52,-59-97,0 0,1-1,1 0,0 0,0-1,1 0,0-1,3 2,-6-7,0 1,0-1,0 0,0-1,1 0,-1 0,1-1,0 0,-1-1,1 0,0 0,0 0,7-2,1 0,0-1,-1-1,0-1,0 0,0-1,0-1,-1 0,0-1,0 0,0-2,-1 0,-1 0,1-1,-2-1,2-1,1-3,-1 0,-1 0,0-1,-1-1,-1 0,0-1,-1 0,-1-1,-1 0,-1 0,0-1,-2 0,2-9,-1 0,-2 0,0-1,-3 1,0-1,-2 0,-1 1,-2-4,1 21,2 13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3.596"/>
    </inkml:context>
    <inkml:brush xml:id="br0">
      <inkml:brushProperty name="width" value="0.05" units="cm"/>
      <inkml:brushProperty name="height" value="0.05" units="cm"/>
      <inkml:brushProperty name="color" value="#CC0066"/>
      <inkml:brushProperty name="ignorePressure" value="1"/>
    </inkml:brush>
  </inkml:definitions>
  <inkml:trace contextRef="#ctx0" brushRef="#br0">625 1,'0'0,"-6"3,-26 17,1 2,2 0,0 2,-25 27,12-11,40-39,-204 199,174-166,3 1,1 2,1 1,2 0,-3 12,24-42,0-1,1 1,0 0,0 0,1 0,0 0,1 1,-1-1,2 1,-1-1,1 1,0-1,1 1,0 1,1-4,0 1,0 0,1-1,-1 1,1-1,1 0,-1 0,1 0,0-1,0 1,1-1,0 0,0 0,0 0,0-1,1 0,2 2,6 2,0-1,0 0,1-1,0 0,0-2,0 1,1-2,-1 0,1-1,0 0,-1-1,1-1,12-2,10-1,1-2,0-2,-1-1,0-2,3-3,37-17,-1-2,49-30,-21 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3.96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0,'0'0,"0"2,2 27,0 1,5 18,1 11,41 403,122 913,-162-1322,18 129,-26-170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4.312"/>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0 315,'0'0,"0"0,0 0,0 0,14-2,40-4,60-7,37-7,37-8,22-7,0-1,-17 2,-28 1,-23-8,-35 4,-36 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8.546"/>
    </inkml:context>
    <inkml:brush xml:id="br0">
      <inkml:brushProperty name="width" value="0.05" units="cm"/>
      <inkml:brushProperty name="height" value="0.05" units="cm"/>
      <inkml:brushProperty name="color" value="#CC0066"/>
      <inkml:brushProperty name="ignorePressure" value="1"/>
    </inkml:brush>
  </inkml:definitions>
  <inkml:trace contextRef="#ctx0" brushRef="#br0">442 1,'0'0,"0"0,-2 2,-5 4,-4 7,-5 10,-7 11,-12 12,-8 5,-7 7,-3 0,0-2,3-5,6-3,11-10,11-11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0:29.417"/>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1082,'1'1,"0"1,0-1,0 1,0-1,0 0,1 0,-1 0,1 0,-1 0,2 1,0 0,83 56,80 41,-157-94,1 0,0-1,0 0,0-1,0 0,1-1,-1 0,1 0,0-1,-1 0,1-1,0 0,0-1,-1 0,1-1,-1 0,1-1,-1 0,0-1,0 0,1 0,15-9,0-1,-1-1,0-1,-2-2,0 0,-1-1,-1-1,0-1,9-15,-7 7,-2-1,-1-1,-1 0,-2-2,-1 0,-1-1,-2-1,-2 0,-1 0,-2-1,-1 0,-2-1,-1 0,-2-18,-2 25,0-56,-7-41,4 101,0 0,-2 1,-1 0,-1 0,-2 0,0 1,-3-3,8 20,0 0,-1 0,0 0,0 1,-1 0,0 0,0 0,0 1,-1 0,1 0,-1 1,-1 0,1 0,0 1,-1-1,0 2,0-1,0 1,0 0,0 1,0 0,-3 0,2 0,0 0,0 1,0 1,0-1,0 1,1 1,-1 0,0 0,1 0,-1 1,1 1,0-1,0 1,0 1,0 0,1 0,0 0,0 1,0 0,-2 3,-4 8,0 1,1 1,1 0,1 1,1 0,0 0,2 1,0 0,-1 9,-7 40,3 0,2 18,1 38,7 93,2-160,1-12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1:28.44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47,'0'0,"20"0,30-3,40-6,15-2,201 7,118 19,172 1,554-42,-834 14,104 0,-350 16,-52-1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1:34.00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1 150,'0'0,"0"0,0 0,0 0,0 0,0 0,0 0,2-1,-1 0,1-1,0 1,0 0,0 0,0 0,0 0,0 0,0 0,0 1,0-1,0 1,2-1,21-4,1 2,0 0,1 1,9 2,14-1,358-21,80-4,-313 20,418-7,29 12,195 2,-434-1,142 5,476 8,-228-23,-151 2,-224-1,87-2,-217 3,314-6,-278 7,139 1,798 23,-651 10,28 1,-583-27,823 26,-506-19,46 2,-130 6,-208-13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1:57.409"/>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1,'0'0,"0"0,0 0,0 0,0 0,0 0,15 13,-7-7,1 0,1-1,-1 0,1-1,-1 0,1 0,1-1,-1-1,3 1,25 4,34 1,-62-7,151 9,84-9,164-19,-248 10,1478-34,-272 35,-324-1,1801 9,-2642-1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25.225"/>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54,'64'3,"50"8,-51-3,65-1,259-21,-6-1,825 26,-720-5,-254-6,172-5,47 1,-99 10,293 2,41-19,1 4,-309 5,384 2,264-4,107-24,-404 13,-413 12,67-1,-329 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26.851"/>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0 131,'8'0,"573"-6,153 0,-658 7,525-2,-69-4,-374 4,297 4,465-15,-510 0,-107 5,-152 1,253-9,55-13,-111 4,328 13,4 22,-188 9,72 2,92-1,-573-16,-58-3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29.14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1 196,'0'0,"0"0,0 0,0 0,0 0,0 0,0 0,0 0,26-11,3 6,1 1,0 2,24 0,-4 1,281-16,236-8,-176 2,23 0,403 11,-370-10,-101 2,-161 12,326-9,120 13,-1 28,175 10,-346-20,390-11,-673-6,79-4,79 0,-94 10,-208-3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34.47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0,'9'16,"62"119,-6 4,-6 2,-3 13,119 398,129 359,-278-846,23 60,23 95,-59-168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35.11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1 709,'0'0,"0"0,3-3,25-23,2 2,1 0,1 2,16-7,140-68,-110 58,648-341,-625 330,-69 36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35.697"/>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1 709,'5'-5,"103"-74,44-22,-83 57,-33 20,457-316,-487 335,9-5,-1-1,-1 0,0-1,-1-1,0 0,8-12,-11 10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2:36.302"/>
    </inkml:context>
    <inkml:brush xml:id="br0">
      <inkml:brushProperty name="width" value="0.05" units="cm"/>
      <inkml:brushProperty name="height" value="0.05" units="cm"/>
      <inkml:brushProperty name="color" value="#CC0066"/>
      <inkml:brushProperty name="ignorePressure" value="1"/>
    </inkml:brush>
  </inkml:definitions>
  <inkml:trace contextRef="#ctx0" brushRef="#br0">962 0,'0'0,"0"0,-3 1,-33 6,0 2,1 2,1 1,0 2,0 1,-30 19,20-7,1 1,2 3,0 1,3 1,0 3,-29 37,18-14,3 2,3 2,2 2,-8 24,20-33,3 2,3 0,-10 40,24-64,1 0,1 1,2 0,2 0,1 0,1 0,3 9,-1-31,1 0,0 0,1 1,0-1,2-1,-1 1,1-1,1 0,0 0,5 6,-5-9,1 0,0-1,0 0,1 0,0-1,0 0,0 0,1-1,0 0,1-1,-1 0,1 0,5 0,16 6,1-3,1 0,0-2,0-2,0-1,0-1,5-2,79-4,45-10,-113 9,-7 1,555-38,-595 42,21-1,0 1,0 1,0 1,0 1,10 4,-28-6,0 0,0 1,1 0,-1 0,0 1,-1-1,1 1,0 0,-1 0,1 1,-1-1,0 1,0 0,-1 0,1 0,-1 1,0-1,0 1,0 0,-1-1,1 1,-1 1,-1-1,1 0,0 2,0 9,0-1,-1 0,-1 1,0-1,-1 0,-1 1,0-1,-1 0,-1 0,0 0,-1-1,-2 4,-9 19,-1-1,-1-2,-2 1,-8 7,-9 9,-3-1,-1-1,-3-3,-1-2,-3-2,-1-1,-2-3,-18 8,-87 46,-49 15,29-21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6:48.9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2463 0,'-75'1,"0"2,-1 4,-42 11,15 3,2 5,-21 11,-31 9,-3 2,65-13,1 5,2 4,-7 9,-67 49,-14 8,101-67,-58 44,103-65,1 2,2 0,0 2,2 1,-15 21,-11 23,4 2,-19 42,-65 158,101-205,3 1,-9 43,34-100,-1 1,2 0,0 0,0 0,1 0,1 0,0 0,1 0,0 0,3 6,7 20,1 0,12 22,-22-53,24 53,2-1,3-2,2 0,32 37,-53-80,0 0,1 0,1-1,0-1,1-1,1 0,0-1,0-1,3 1,36 15,0-3,21 4,-18-6,70 28,121 42,-173-67,0-4,25 2,1-7,1-4,0-4,0-5,0-5,0-4,-1-5,0-4,-1-4,7-8,58-16,294-86,-400 109,-2-4,-1-1,0-4,14-12,10-10,-3-5,32-31,-85 67,-2-2,0-1,0-2,-15 14,1 0,-2 0,0-1,-1 0,0 0,0-1,3-13,4-18,-1 0,1-21,-11 50,-1 0,-1 0,-1 0,0 0,-1 0,0 1,-2-1,0 0,-1-1,-78-227,46 142,13 37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6:50.4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0 459,'0'0,"0"0,0 0,0 0,8-2,90-18,28 2,27-6,329-76,-372 76,262-75,-214 52,1 7,52-1,29 17,117 7,-294 15,1 2,43 8,-85-5,0 0,-1 2,1 1,-1 0,0 2,-1 0,0 2,0 0,10 8,42 33,2 8,33 23,-78-60,12 7,32 30,-61-47,1 0,-2 1,0 0,0 1,-2 0,1 1,2 6,0 5,-1 2,-2-1,0 1,-2 0,3 24,-4-6,-1-1,-3 1,-2 18,-2-29,-2-1,-2 1,-1-1,-1 0,-2 0,-2-1,-19 47,-34 61,-9-7,-79 107,45-75,-25 33,105-162,-1-2,-2-1,-1-2,-11 7,-9 2,-2-2,-58 31,-126 57,159-86,-469 214,468-223,-1-3,-1-4,-17-1,44-12,0-4,-1-1,0-3,0-3,-23-3,0-5,55 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6:52.6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2259 116,'0'0,"0"0,0 0,0 0,-2-19,0 15,-1 0,0 0,0 1,0-1,0 1,-1 0,1 0,-1 0,0 0,0 1,0-1,0 1,-2-1,-58-22,38 18,-1 0,0 2,0 1,0 1,-1 2,-1 0,-53 4,-30 5,-1 4,-101 24,100-4,2 4,1 6,-1 5,48-20,-38 10,-95 21,-41 13,213-61,1 1,0 1,1 1,0 1,1 1,1 1,-18 16,15-9,0 2,2 0,0 1,2 2,-16 27,31-47,1-1,0 0,1 1,0 0,0 0,0 0,1 0,1 0,-1 1,1 5,1-8,0 1,1-1,0 0,0 0,1 0,0 0,0 0,0 0,0-1,1 1,0-1,0 1,1-1,0 0,0 0,17 20,2 0,0-1,2-2,14 10,113 76,-68-55,2-4,2-4,2-4,1-4,3-3,0-5,9-2,-39-13,0-2,1-3,0-3,0-2,0-4,5-2,118-21,76-22,-221 36,3 1,-1-3,-1-2,0-2,0-1,17-12,119-55,34-18,-153 69,-1-3,23-20,45-37,-5-7,7-14,-126 110,0-1,-1 1,1-1,-1-1,0 1,0 0,0-1,-1 1,0-1,0 0,0 0,1-5,-2 7,-1-1,1 0,-1 0,0 0,-1 0,1 0,-1 0,1 1,-1-1,-1 0,1 0,0 1,-1-1,0 1,1-1,-1 1,-2-3,-7-10,1 0,-2 1,0 1,-1-1,-1 2,0 0,-1 0,-14-9,-22-8,-1 2,-1 1,-1 4,-1 1,-2 3,1 3,-2 2,0 3,0 2,-49-1,-202-17,229 24,55 3,-1-1,-21-4,-16-12,42 11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11.9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2993 146,'0'0,"-2"-2,1 1,-1 0,0 0,-1 0,1 0,0 1,0-1,0 0,0 1,0 0,-2-1,1 1,-69-14,48 11,0-1,1-2,-7-2,-21-6,-1 2,0 3,0 2,-28 0,-6-1,-8-3,-186-17,197 24,0 3,-32 6,-72 14,1 8,-117 35,254-50,1 3,-42 19,64-23,0 2,1 1,1 1,1 1,-21 17,-90 87,-40 51,129-116,1 1,4 3,2 1,2 3,-8 10,-47 89,73-126,2 2,1 0,-4 22,13-36,2 1,1 0,0-1,2 20,2 12,6 29,-5-64,1 0,1-1,1 0,1 0,0 0,2 0,0-1,1 0,1-1,1 0,1-1,10 13,206 291,-115-156,48 47,-132-179,2-2,0-1,3-1,30 20,41 21,5-5,-71-42,43 29,-33-21,1-1,1-3,26 9,-9-11,2-2,0-4,1-3,1-3,0-3,50 0,-54-11,0-3,26-6,5-1,143-18,-181 18,-1-3,53-20,-66 17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12.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1 453,'16'-21,"-1"5,0 1,1 1,1 0,0 1,1 0,0 1,10-3,9-4,0 2,1 2,20-5,-19 10,1 1,5 2,-7 1,0-2,14-6,-40 10,0-1,0-1,-1 0,0-1,0 0,0 0,5-7,16-14,17-22,-19 20,0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12.7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1454 1514,'0'0,"-1"-14,-1 0,-1 0,0 1,-1 0,0-1,-1 2,-3-6,-6-18,2 5,-2-1,-1 2,-1 0,-16-21,-10-8,-36-37,-90-117,75 90,-45-39,62 83,-3 4,-3 3,-3 4,-4 4,-30-14,92 62,-1 1,0 2,-1 0,0 2,-1 1,-2 1,-5 1,5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16.6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5819 431,'0'0,"0"0,-9-7,0 2,1 0,-1 1,-1 0,1 0,-1 1,1 1,-2-1,-74-11,59 10,-90-8,-1 5,1 6,-1 4,-71 13,50 3,1 6,2 6,-91 35,-381 164,442-158,4 7,3 7,-66 52,-123 104,-23 44,180-134,-63 50,-52 69,-62 93,320-314,3 2,2 2,3 1,-1 7,-141 204,-90 91,88-121,135-172,-2 12,31-46,2 2,1 0,-10 31,2 13,3 0,-6 50,-17 164,39-257,-17 149,4 61,16-155,4 0,4 0,15 76,46 163,-43-235,3-1,23 43,-31-91,2-1,2-1,2-1,2-1,2 0,214 268,-63-83,-160-198,293 362,-208-269,6-5,33 21,319 238,-449-362,119 89,5-6,66 30,87 45,43 24,30-4,-285-155,1-3,1-4,33 4,254 46,-126-29,901 243,-878-215,3-11,3-12,25-9,142-4,184-16,-316-31,64-20,-354 26,369-42,-181 18,-37 3,-1-7,12-10,-59 6,-2-4,-1-6,18-14,-80 33,109-50,50-10,-126 54,154-55,-165 54,-2-3,9-8,10-14,-2-4,19-20,167-144,-108 84,-46 41,-5-6,90-104,127-195,-253 292,-4-4,45-95,-85 133,-3-3,-4 0,-4-2,8-46,-2-23,-7-2,-5-17,-6-41,-9-13,1-46,1-206,-15 334,-6 1,-14-48,-20-41,-61-170,-106-216,120 379,-12 4,-9 5,-10 5,-35-32,59 102,-74-109,-48-39,153 221,-3 2,-4 4,-3 3,-4 4,-22-11,-51-25,-3 6,-95-38,46 37,-4 10,-4 9,-3 10,-3 9,-138-15,-886-109,536 142,518 44,0 8,-159 30,202-12,-32 15,11-2,128-31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19.2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3122 152,'0'0,"0"0,-21 11,-28-10,0-3,-1-2,1-2,-4-4,-21-1,9 2,-324-37,287 39,0 5,-87 9,-21 18,2 8,-11 13,132-25,1 4,1 3,2 5,-19 12,36-12,2 3,1 3,2 2,2 4,-16 17,9-5,-86 80,128-112,1 1,1 1,1 0,-14 25,24-29,0-1,1 1,2 1,0 0,-2 16,-7 41,4 4,9-60,-10 87,6 1,4-1,5 1,4 0,13 49,-17-151,1 1,1-1,0 0,1 0,0 0,1 0,0 0,0-1,1 0,1 0,5 7,19 26,-3 2,-2 1,4 11,60 148,-39-84,-46-110,1 0,0 0,0-1,1 1,0-2,1 1,0-1,1 0,0 0,0-1,1-1,0 0,0 0,1-1,0 0,11 4,154 64,165 44,-241-89,1-4,0-4,2-5,0-5,1-4,46-5,-30-7,0-4,-1-6,0-6,-1-4,49-21,-46 11,0 6,24 1,-135 27,51-9,13-6,-54 11,0-1,-1-1,0-1,0-1,11-7,187-132,-124 81,-15 11,-3-3,-2-4,43-49,12-17,-58 62,-3-4,-3-3,20-32,-28 23,-3-2,24-58,-73 135,-1-1,0 0,-1 0,0 0,0-1,-1 1,-1 0,1-1,-1 1,-1 0,1-1,-2 1,-3-20,-1 0,-1 0,-3-2,-1 2,0 0,-2 1,-2 1,0 0,-2 1,-15-19,-31-33,-30-26,85 96,-320-337,97 110,-134-99,355 326,8 6</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9:21.5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2012 276,'0'0,"0"0,0 0,0 0,0 0,0 0,0 0,0 0,-13-8,-10-7,-1 1,0 2,-1 0,-1 2,0 1,-3 0,-13-5,-163-54,-22 4,167 51,0 2,0 3,-53 0,20 8,0 3,-17 6,-13 9,1 6,-13 9,-19 3,148-35,-17 4,0 0,1 2,0 0,0 1,-1 3,17-9,1 1,-1 1,1-1,0 1,0 0,0 0,1 1,-1-1,1 1,0 0,0 0,1 0,0 1,0-1,0 1,0 0,1 0,0 0,0 0,0 6,0 0,1 1,1-1,1 0,-1 0,2 0,0 0,0 0,1 0,0 0,1-1,4 8,11 22,2 0,12 17,-28-50,25 39,1-1,24 24,79 82,-18-21,-90-99,1-1,2-2,1 0,1-2,2-2,0-1,14 6,74 33,79 25,-190-84,77 29,2-4,10-2,38 12,10 4,36 0,-131-35,0-2,0-3,19-2,2 0,-51 0,42 1,0-2,23-5,-66 2,-1 0,0-1,0-1,0 0,-1-2,0 0,0-2,0 0,7-6,-5 2,0-1,-1-1,-1-1,0-1,-2-1,8-9,-22 23,-1 0,1-1,-1 0,1 1,-1-1,-1 0,1 0,-1 0,1-1,-2 1,1 0,0-3,0-13,-2-1,0-11,-1-7,2 13,0 12,1 1,-2 0,0-1,0 1,-1 0,-1 0,-1 0,0 0,-5-12,-14-22,-2 1,-2 1,-2 1,-2 2,-4-3,-39-37,-31-25,65 70,-2 2,-2 2,-36-20,-16-12,59 40,-1 1,-1 1,-18-7,47 27,0 1,1-1,-1 2,0-1,0 1,-1 1,-5-1,5 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40.124"/>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7,'0'0,"0"0,0 0,13-2,5 0,-1-1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40.82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33,'51'1,"23"6,30 2,129-8,65 4,-129-3,-1-6,39-12,36 5,127 14,-315-2,170 7,92 1,300 8,-153-3,-241-9,376 4,-162-28,-174 4,-116 8,500-9,-604 17,154-1,-159-2,0-1,0-3,-1-1,4-2,-11-1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1.760"/>
    </inkml:context>
    <inkml:brush xml:id="br0">
      <inkml:brushProperty name="width" value="0.05" units="cm"/>
      <inkml:brushProperty name="height" value="0.05" units="cm"/>
      <inkml:brushProperty name="color" value="#CC0066"/>
      <inkml:brushProperty name="ignorePressure" value="1"/>
    </inkml:brush>
  </inkml:definitions>
  <inkml:trace contextRef="#ctx0" brushRef="#br0">4 40,'0'0,"0"0,0 0,0 0,0 14,-2 56,1-14,2 7,7 34,5 0,4-1,6 5,27 87,12 6,-41-131,3-2,3 0,2-2,3-2,13 15,-28-46,2-1,1-1,0 0,2-2,1 0,0-2,2 0,0-2,1-1,1-1,1-1,4 1,-24-13,0 1,1-1,0-1,-1 0,1 0,0 0,0-1,0-1,0 1,4-2,-8 1,1-1,-1 0,0-1,-1 1,1-1,0 0,0 0,-1-1,1 1,-1-1,1 0,-1 0,0 0,-1-1,1 1,0-1,-1 0,3-4,5-10,0 0,-1-1,-1 0,0-1,-2 0,0 0,-1-1,0-6,7-40,3-64,-4-45,-11-162,-35-174,30 463,2 17,-1 0,-1 0,-8-23,6 41,4 12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2.709"/>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1,'12'21,"73"175,-9 4,1 37,16 88,45 305,-91-423,-44-196,7 32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3.48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0 237,'0'0,"4"-2,10-4,15-8,16-4,12-5,5-3,3 0,2-1,13-2,-1 2,-14 4,-17 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3.944"/>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1 388,'0'0,"0"0,0 0,0 0,0 0,5-2,14-6,19-10,20-9,16-9,11-9,8-4,-1 0,-5 5,-13 7,-13 4,-16 9,-17 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5.36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1 439,'0'0,"2"7,14 40,-2 0,0 13,6 24,-6-32,121 412,-102-369,5-1,3-3,45 71,-64-125,2-2,1 0,18 17,-33-41,1 1,1-1,0-1,0 0,1-1,0 0,1-1,0 0,0-1,0-1,5 1,-10-5,-1 0,1-1,0 0,-1 0,1-1,0 0,0 0,0-1,-1 0,1-1,0 0,-1 0,0-1,1 0,-1-1,0 0,-1 0,1 0,-1-1,1 0,0-2,4-3,-1 0,-1 0,0-1,0-1,-1 1,0-1,-1-1,-1 0,0 0,0-1,-2 1,3-7,-1-8,0 0,-2-1,-1 0,-1 1,-2-1,-1-4,-4-67,-5-14,3 52,-4-51,-65-644,73 740,-7-53,-8-21,12 71,0-1,-2 1,0 0,-2 1,0 0,-6-9,13 25,1 0,0 1,-1 0,1-1,-1 1,1 0,-1 0,0 0,0 0,0 1,0-1,0 0,0 1,0-1,-1 1,0 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5.839"/>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1 210,'6'-5,"35"-23,2 2,1 1,1 3,0 2,38-12,-48 21,0 0,0 2,1 2,0 1,0 2,34 1,-52 3,0 1,1 0,-1 1,0 1,0 1,-1 1,1 0,-1 1,0 1,0 1,-1 0,0 1,0 1,11 10,-13-8,-1 2,1-1,-2 2,0 0,-1 0,0 1,-2 1,0-1,0 2,0 2,1 9,0 0,-2 0,-2 0,0 1,-2 0,-1 1,1 52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6.25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1 623,'0'0,"0"0,0 0,0 0,0 0,3-2,16-6,30-15,31-18,22-16,14-15,10-11,2 0,-1 5,-10 4,-26 15,-27 17</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7.062"/>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0,'0'0,"0"0,5 10,94 194,-9 4,54 193,13 221,-6-20,-147-590,-4-14</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6.73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1 395,'0'0,"0"0,0 0,4-2,10-6,21-10,32-12,28-14,20-10,5-10,-2-5,-21 9,-27 15</inkml:trace>
  <inkml:trace contextRef="#ctx0" brushRef="#br0" timeOffset="1">487 1194,'0'0,"0"0,0 0,0 0,4-2,11-4,23-11,22-16,23-17,28-24,22-24,12-14,-10 2,-27 20,-32 25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4.49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1157 0,'-28'1,"-7"2,1 1,1 2,-1 1,1 2,0 1,-15 8,-12 8,0 2,-48 32,62-31,1 3,2 2,1 1,2 2,1 2,2 2,2 1,-5 10,-2 10,1 3,4 1,3 2,2 1,-13 47,30-72,2 1,-3 20,13-50,0 0,2 1,0-1,0 1,2-1,0 1,0-1,2 1,0 0,0-7,0-1,0 0,1 0,0 0,0 0,1-1,0 0,0 0,1 0,0-1,0 1,1-1,-1-1,1 1,2 0,14 8,0-1,1 0,0-2,12 4,40 12,2-2,65 10,166 20,-127-25,52 21,-214-46,0 1,0 1,-1 0,0 2,0 0,2 3,-14-8,-1 1,1 0,-1 0,-1 0,1 1,-1 0,1 0,-2 1,1-1,-1 1,0 0,0 0,-1 1,0-1,0 1,-1-1,0 4,1 4,-1-1,-1 1,-1 1,0-1,-1 0,0 0,-1-1,-1 1,0 0,-1-1,-1 1,0-1,-1 0,-7 10,-8 15,-2-2,-2 0,-1-1,-14 12,-6 5,-2-1,-3-3,-2-3,-1-1,-13 4,28-23,-1-1,-1-2,-1-2,-1-2,-1-2,0-1,-1-3,-10 1,-13-2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7.417"/>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1 460,'0'0,"0"0,9-6,17-9,22-15,22-21,18-10,8-3,-1 3,-7 7,-10 11,-12 10,-13 11,-12 10,-13 6,-12 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7.99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0 548,'0'0,"0"0,0 0,0 0,2-2,7-4,22-11,33-14,35-15,21-14,12-7,0 0,2-7,-2 1,-23 12,-30 17</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8.65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0 541,'4'20,"1"-4,18 87,39 161,-35-169,29 70,-35-114,3-1,1 0,28 38,-30-55,1-2,1 0,1-2,2-1,27 21,-40-37,0-1,0 0,1-2,0 0,1 0,0-2,0 0,1-1,0-1,0 0,9 0,-14-3,0-1,0-1,0 0,0-1,1 0,-1-1,0 0,-1-1,1-1,0 0,-1 0,0-1,0-1,0 0,-1-1,5-4,-1 0,-1 0,0-1,0-1,-2 0,0-1,0-1,-1 1,3-8,-2 0,0-1,-1 0,-1-1,-1 0,3-19,-1-4,-3-1,-2 0,-2 0,-2 0,-2-1,-3-11,-6-38,-5 0,-4 1,-15-41,-98-281,122 391,3 6,-2 0,0 1,-1 0,-2 0,0 1,-8-12,8 20,3 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9.304"/>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1 500,'5'-6,"108"-108,48-32,-120 112,1 2,2 2,1 2,2 2,0 2,6 0,-35 17,0 0,1 1,0 1,1 1,5 0,-20 3,0 0,1 1,-1 0,1 0,-1 0,1 1,-1-1,1 2,-1-1,0 0,0 1,0 0,0 0,0 1,0-1,0 1,-1 0,1 0,-1 1,0 0,0 0,4 5,-1 1,0 1,0 0,-1 0,-1 0,0 0,-1 1,0 0,0 0,-2 0,2 8,2 25,-1 1,-2 21,-5 39,-1-61,5 36,-2-77,1 0,0 0,0 0,0 0,0 0,1 0,0 0,0-1,0 1,0-1,0 1,1-1,-1 0,1 0,0 0,0 0,0-1,0 1,1-1,-1 1,1-1,-1-1,4 2,9 4,1 0,0-2,1 0,13 2,-21-5,91 13,-69-12,0 1,-1 2,14 5,-42-10,-1 0,0 0,0 0,0 0,0 0,0 0,0 0,-1 0,1 1,0-1,-1 1,1 0,-1-1,1 1,-1 0,0 0,0 0,0 0,0 0,0 0,0 0,0 0,-1 0,1 0,-1 1,1-1,-1 0,0 0,0 1,0-1,0 0,-1 0,0 10,-1 0,-1 0,0 0,0 0,-4 6,5-11,-16 41,-3-1,-1 0,-2-2,-3-1,-1-1,-23 26,43-58,-1-1,-1 0,0-1,-3 3,9-9,0 0,-1 0,1-1,0 1,-1-1,1 0,-1-1,0 1,0-1,1 0,-1 0,-4 1,-8-3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3:59.775"/>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1 425,'1'-2,"1"0,0 1,-1-1,1 1,0-1,0 1,0 0,0 0,0 0,2-1,2-1,612-350,-536 310,-61 33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0.24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1 309,'0'0,"0"0,0 0,4-2,5-3,11-5,11-8,18-14,18-10,16-9,14-6,-10 5,-19 13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0.72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1,'0'2,"3"13,8 25,6 22,3 13,0 3,0-6,-5-6,-7-11,-3-15,-4-14</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1.101"/>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0 779,'17'-19,"-16"19,104-122,33-21,-63 72,84-81,-114 104,-2-2,11-18,-48 60,0 1,-1-1,0 1,-1-1,0-1,0 1,0-1,-1 1,-1-1,1-2,-2-3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1.719"/>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0 342,'17'-8,"-5"4,84-40,87-56,86-68,-243 151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2.09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0 714,'0'0,"0"0,0 0,0 0,8-4,18-11,27-16,28-20,27-19,24-14,18-10,19-4,-3 9,-14 11,-32 19,-38 19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2.826"/>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0 726,'0'0,"5"18,22 83,4-2,40 88,102 186,-112-248,5 16,69 138,-88-191,4-3,9 6,-35-57,1-1,2-1,1-1,1-2,2-1,14 8,-23-19,2-1,0-1,0-2,1 0,1-1,0-2,1-1,0-1,19 2,-31-8,1 0,-1-1,1-1,-1 0,1-2,-1 1,1-2,-1 0,0-2,0 1,0-2,-1 0,0-1,0 0,-1-1,1-1,-2 0,1-1,-2-1,6-5,5-7,0-1,-2-2,-1 0,-1-1,-1-1,-2 0,0-2,-3 1,10-28,-8 13,-3-1,-1 0,-2 0,-2-1,-2 0,-1-34,-5 13,-3-1,-3 1,-3 1,-7-22,-12-27,-5 1,-8-7,-93-210,93 233,-261-579,299 668,-4-5,2-1,0 0,-5-16,9 20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3.44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1,'0'0,"0"0,0 4,4 105,7 23,-3-43,-4-39,40 357,-39-376,1 0,2-1,1 0,1 0,14 27,-19-47,1 1,1-1,-1 0,2-1,-1 0,1 0,1 0,0-1,-3-3,0-1,1 1,-1-1,1-1,0 1,0-1,0 0,0-1,0 1,1-2,-1 1,9 0,0-1,0-1,0-1,0 0,-1-1,1 0,0-2,-1 0,11-4,21-10,0-3,3-3,23-13,-2-3,-1-4,-2-2,-2-3,48-48,-108 92,-5 4,0 0,0 0,0 1,0-1,0 0,-1 0,1-1,0 1,0 0,-1 0,1 0,-1 0,1-1,-2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3.926"/>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0,'0'0,"7"6,0 0,1 1,-1 0,0 1,0 0,-1 0,0 0,1 3,1 1,49 78,36 78,42 110,-63-125,-68-146,126 255,-73-159,34 45,-76-125,1-2,0 0,2-1,0-1,1-1,1 0,1-1,10 5,11 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4.45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1 645,'0'0,"0"0,0 0,2-2,8-4,10-7,14-13,15-16,22-15,13-12,10-11,1-2,-7 6,-8 8,-15 11,-17 16,-18 15</inkml:trace>
  <inkml:trace contextRef="#ctx0" brushRef="#br0" timeOffset="1">260 1287,'0'0,"0"0,0 0,4-2,7-5,17-10,23-16,25-17,26-19,12-7,1-2,-7 6,-5 7,-2 9,2 10,-17 13,-23 12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5.362"/>
    </inkml:context>
    <inkml:brush xml:id="br0">
      <inkml:brushProperty name="width" value="0.05" units="cm"/>
      <inkml:brushProperty name="height" value="0.05" units="cm"/>
      <inkml:brushProperty name="color" value="#CC0066"/>
      <inkml:brushProperty name="ignorePressure" value="1"/>
    </inkml:brush>
  </inkml:definitions>
  <inkml:trace contextRef="#ctx0" brushRef="#br0">580 2011,'-9'-10,"-31"-34,2-1,-25-40,-57-103,77 115,3-2,3-1,4-2,3-2,4 0,-4-29,6-2,4-1,-4-111,21 164,3 0,2 0,3 1,2 0,3 0,12-38,-17 77,1 0,1 1,1-1,0 2,5-7,-11 20,1 0,-1 0,1 0,0 0,0 0,1 1,-1 0,1-1,0 1,0 1,0-1,0 0,0 1,1 0,-1 0,1 0,-1 1,1 0,-1-1,1 2,0-1,0 0,0 1,4 0,11 3,1 1,-1 2,0-1,0 2,0 1,-1 0,10 7,47 24,-1 3,-3 4,-1 3,-2 2,-3 4,-3 3,-1 2,-4 3,-2 2,-4 3,-2 2,-1 5,31 62,-25-43,6 2,-59-92,1 0,0 1,0 0,0-1,0 0,0 0,1 0,0 0,0-1,0 1,0-1,1 0,-1 0,1-1,0 1,2 0,2-2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5.990"/>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1 654,'0'0,"0"0,2 0,4-2,11-6,16-10,20-12,20-16,20-13,10-5,1-4,2-4,6-11,7 0,-16 13,-26 20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6.523"/>
    </inkml:context>
    <inkml:brush xml:id="br0">
      <inkml:brushProperty name="width" value="0.05" units="cm"/>
      <inkml:brushProperty name="height" value="0.05" units="cm"/>
      <inkml:brushProperty name="color" value="#CC0066"/>
      <inkml:brushProperty name="ignorePressure" value="1"/>
    </inkml:brush>
  </inkml:definitions>
  <inkml:trace contextRef="#ctx0" brushRef="#br0">493 1,'-7'10,"0"1,-1-1,0 0,0-1,-1 0,-1 0,-6 4,-10 10,-16 18,1 2,2 1,2 2,2 2,2 1,2 2,3 1,2 1,2 1,-6 27,23-59,1 0,1 0,1 0,1 0,1 1,1-1,1 1,1 0,3 13,-2-23,1 0,0-1,1 1,0-1,1 0,0 0,1 0,1-1,-1 0,2 0,0-1,0 0,1 0,0-1,0 0,1 0,3 1,0-1,1 0,-1-1,1-1,1 0,0-1,0-1,0 0,0-1,11 2,-5-3,2-1,-1-1,0-1,0-1,0 0,12-4,18-6,-1-2,0-2,-1-3,-1-2,19-11,33-20,81-55,-128 72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14:07.040"/>
    </inkml:context>
    <inkml:brush xml:id="br0">
      <inkml:brushProperty name="width" value="0.05" units="cm"/>
      <inkml:brushProperty name="height" value="0.05" units="cm"/>
      <inkml:brushProperty name="color" value="#CC0066"/>
      <inkml:brushProperty name="ignorePressure" value="1"/>
    </inkml:brush>
  </inkml:definitions>
  <inkml:trace contextRef="#ctx0" brushRef="#br0">239 1,'-7'10,"-17"46,-15 54,20-57,-30 96,-2 32,35-112,3 0,3 1,0 64,9-113,1 1,2-1,0 0,1 0,5 18,-6-31,1 0,0 0,0 0,1-1,-1 1,2-1,-1 0,1-1,0 1,0-1,1 0,0 0,0 0,0-1,1 0,2 2,2-2,0 1,1-2,-1 1,1-2,0 1,0-2,0 1,0-2,0 0,0 0,0-1,1 0,-1-1,2-1,17-3,0-1,-1-2,0 0,0-2,1-3,14-6,-1-3,-2-1,0-3,-1-1,21-20,2-6,-3-3,46-55,-56 52</inkml:trace>
  <inkml:trace contextRef="#ctx0" brushRef="#br0" timeOffset="1">1505 596,'0'0,"0"0,0 0,0 0,0 0,4 0,1 0,0 0,-1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09:58:54.0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1 327,'16'0,"464"24,-123-3,-228-18,102-13,-72-4,431-34,1 24,-396 23,532-9,176-62,85-43,-716 98,111 11,-50 3,215-16,170-5,-691 24,917-11,4 36,-38 47,-3 21,-799-82,373 49,76 36,-437-70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1.0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0,'14'280,"-4"-129,-6 2,-12 150,-1 102,10-389,-2 0,0-1,-1 1,-1 0,-2 7,1-8</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1.8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27,'0'0,"0"0,0 0,0 0,2 0,4 0,7 0,10-2,9-3,18-2,-1 1,-8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2.2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163 0,'1'12,"0"1,1-1,0 0,1 0,7 45,-9-27,-1 0,-1 0,-4 14,-11 74,-6-1,-4 0,-6-3,-5 1,30-95,5-11,-1-1,0 1,-1 0,0-1,-1 0,1 0,-4 3,8-11,-1-1,1 1,0-1,0 1,-1 0,1-1,0 1,0-1,-1 1,1-1,0 1,0-1,0 1,0-1,0 1,0-1,0 1,0-1,0 1,0-1,0 1,0-1,0 1,0-1,1 1,-1-1,0 1,0-1,0 1,1-1,-1 1,0 0,1-1,-1 1,0-1,1 1,-1 0,1-1,-1 1,0 0,1 0,-1-1,1 1,-1 0,1 0,-1 0,1-1,-1 1,216-62,-90 27,-121 34,151-44,144-22,-261 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3.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0 359,'24'-22,"1"1,1 1,1 1,18-9,117-58,-70 41,1 3,78-22,-162 61,0 1,0 0,1 0,-1 1,1 0,0 0,-1 1,1 1,-1-1,4 2,-6 0,0 0,0 0,0 1,0 0,-1 0,1 1,-1 0,0 0,0 0,0 1,0 0,-1 0,2 2,-5-5,0 0,-1 0,1 0,0 0,-1 0,0 0,1 1,-1-1,0 0,0 1,0-1,0 1,-1-1,1 1,-1-1,1 1,-1 2,-1 0,0 1,0-1,0 1,-1-1,0 0,0 1,-1 0,0 2,-1 1,-2 7,0-1,-1 0,0-1,-1 0,-1 0,-8 11,18-26,1 0,0 0,-1 0,1 1,0-1,0 1,-1-1,1 1,0 0,0 0,0-1,-1 1,2 1,35-1,-19 1,55 0,36 5,-81-2,1 1,-1 1,0 1,-1 2,7 3,-29-10,31 13,-1 1,5 5,-32-16,-1 0,1 1,-1-1,0 2,0-1,0 1,-1 1,0-1,-1 1,6 9,-9-12,-1 1,0 0,0 0,0 0,-1 0,0 0,0 0,-1 0,1 0,-1 1,-1-1,1 0,-1 0,0 0,0 0,-1 0,-1 4,-3 8,-1 0,-1 0,-1-1,-10 15,-18 22,-3-2,-2-1,-13 8,-45 56,47-48,-54 62,85-105,-2 0,-1-2,0-1,-3 0,10-8,3-3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6.9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1 132,'6'19,"15"62,21 75,16 27,-8-53,6-2,5-2,6-4,5-2,9 3,-70-108,-3-2,1 0,1-1,0 0,0-1,1 0,3 1,-13-12,0 1,0-1,0 1,1-1,-1 0,0 1,1-1,-1 0,0 0,0 0,1 0,-1 0,0 0,1 0,-1-1,0 1,1 0,-1-1,0 1,0-1,0 1,1-1,-1 0,31-19,-26 16,33-27,0 0,-3-3,-1-1,-1-2,-2-1,-2-1,13-23,37-71,47-107,38-66,-90 193,9-13,-69 101,-2-1,0-1,-2 0,0-1,-6 9,-5 18,1 1,-1-1,0 0,0 1,0-1,1 0,-1 1,0-1,0 0,0 0,0 1,0-1,0 0,0 1,-1-1,1 0,0 0,0 1,0-1,-1 0,1 0,-2 2</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7.2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0,0 5,3 70,4 0,10 36,-1-1,-9-57,10 94,-15-114,-2-1,0 0,-4 17,-1-19,0-8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7.9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1,'0'4,"2"10,2 17,5 20,4 19,4 9,3 0,2-7,-1-12,-2-13,-2-10,-3-10,-3-9,-2-6,0-3,-2-3,-1-2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8.2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0 481,'0'0,"4"-6,7-11,7-13,9-12,3-5,-1 1,-4 7,-5 9,-3 4,-1 2,1-3,1-6,2-10,-3 4,-4 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8.7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56,'0'0,"5"0,21-5,0-2,25-8,-28 7,1 1,0 1,21-1,-43 6,-1 1,1 0,0 0,0 1,0-1,-1 0,1 0,0 1,0 0,0-1,-1 1,1 0,0-1,-1 1,1 0,-1 0,1 1,-1-1,0 0,1 0,-1 1,0-1,0 0,0 1,0-1,0 1,0 0,0-1,0 1,0 1,2 6,0 0,-1 1,0 0,0-1,-1 5,1-6,5 69,-3-1,-3 1,-4 11,4-87,-1-1,0 1,1-1,-1 1,1-1,-1 0,1 1,-1-1,1 0,-1 1,1-1,-1 0,1 0,-1 0,1 1,-1-1,1 0,-1 0,1 0,0 0,-1 0,1 0,-1 0,1 0,-1 0,1 0,0 0,-1-1,1 1,-1 0,1 0,-1 0,1-1,0 1,27-8,-25 7,370-136,-363 133,46-19</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2:59.8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0,3 6,309 551,-303-539,0-1,2-1,0 1,1-2,1 0,0 0,9 7,-20-20,1-1,-1 0,0 1,0-1,1 0,-1 0,1 0,-1 0,1-1,0 1,-1-1,1 1,-1-1,1 0,0 0,-1 0,1-1,0 1,-1-1,1 1,-1-1,1 0,-1 0,10-3,-1-1,0 0,0-1,4-3,-13 8,40-27,-2-2,0-2,-2-1,-2-2,-1-1,-2-2,-1-1,-3-2,13-22,-15 21,1 2,24-24,-30 39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0.7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1 163,'1'-2,"-1"1,1-1,0 1,1-1,-1 1,0-1,0 1,0-1,1 1,-1 0,1 0,0-1,2-1,19-15,1 1,0 1,1 1,1 1,0 2,0 0,2 2,-1 1,14-2,-34 9,19-2,-29 34,2-20,0-4,0 1,1-1,-1 1,1 0,1 5,0-10,-1 0,0-1,1 1,0 0,-1 0,1 0,0-1,0 1,0 0,0-1,0 1,1-1,-1 1,0-1,1 1,-1-1,1 0,-1 0,1 0,0 0,-1 0,2 0,7 4,2-1,-1-1,0 0,1-1,-1 0,13 1,75-1,-68-2,-6 0,17 1,22-4,-71 29,0-7,0-1,-1 1,-1-2,0 1,-7 6,1-1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4.4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0,0 0,0 0,17 0,544 45,-528-43,447 30,-325-15,-1 7,13 10,-164-34,1 0,-1 1,1-1,-1 0,1-1,0 1,-1-1,1 1,-1-1,0 0,1-1,-1 1,0 0,0-1,0 0,1 0,6-3,9-4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4.8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0,'0'0,"0"0,0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5.4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384 1,'12'8,"-9"-7,60 25,0-3,18 2,-10-3,-21-7,67 25,-117-38,-1 0,0 0,1 1,-1-1,0 0,0 0,-1 0,1 0,0 0,-1 0,-1 1,-1 4,-238 338,179-257,-10 12,-4-3,-4-4,-4-4,-80 65,126-122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8.0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0,'23'7,"7"2,1-1,0-2,0-1,6-1,129 3,-162-6,450-13,-83-1,136 15,-503-2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8.5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0,'0'0,"0"0,0 0,0 0,-2 0,-5 0,-8 0,-2 0,1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09.2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1,'9'4,"1"-1,0 0,0 0,0-1,7 1,23 5,-2 3,1 2,-2 2,0 1,0 2,25 18,-57-33,-3-2,1 1,-1-1,0 0,1 1,-1 0,0-1,0 1,0 0,-1 0,1 0,1 2,-3 5,-1 0,0 0,0 0,0 0,-1 0,-1 0,0 0,0-1,-2 3,-10 22,-15 22,25-46,-47 76,-13 10,13-21,-25 52,49-64,20-39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11.0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0 178,'0'0,"0"0,0 0,0 0,23-13,5 4,1 0,-1 2,1 2,27-3,-19 3,256-26,124 9,-251 15,-12 1,-1 6,10 8,-153-8,-1-1,1 0,0 0,-1-1,1-1,-1 1,0-2,0 1,0-1,0 0,0-1,4-4,-7 6,32-18</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12.2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94 0,'0'0,"0"0,0 0,0 0,0 0,5 2,46 16,1-3,10-1,64 20,-103-27,-1 2,0 0,-1 1,9 6,-26-13,0-1,0 1,0 0,0 0,0 1,0-1,-1 1,0 0,0-1,0 1,0 1,-1-1,1 0,-1 1,0-1,0 1,0 3,-1-3,0 2,-1-1,0 0,0 0,0 0,-1 0,1 0,-1 0,-1 0,1 0,-1-1,0 1,-1 0,-1 2,-29 55,-2-2,-15 17,-13 20,-41 85,30-51,-37 44,95-154,0-2,-18 18,20-25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16.9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2797,'20'-25,"1"0,1 1,14-10,-10 8,0 0,12-19,34-60,-50 68,3 2,1 0,1 2,4-1,7 0,2 3,1 1,1 2,39-19,-8 3,11-10,37-41,78-81,-24 21,306-275,0 10,-309 265,43-58,-58 54,74-51,-206 191,-9 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4.5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7 15,'0'0,"0"0,0 0,-2-4,0-2,0 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4.9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67 1,'0'0,"-4"0,-15 2,-4 0,2 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5.2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258 0,'-27'33,"2"1,1 1,2 0,1 2,-1 6,16-31,-15 28,2 2,1 0,3 1,-6 25,16-50,1 1,1 0,1 0,1 0,0 0,1 0,1 0,1 1,1-1,0-1,1 1,3 3,-3-11,1-1,0 0,1 0,0 0,1 0,0-1,0-1,1 1,0-1,1 0,-1-1,2 0,-1 0,1-1,8 4,13 6,0-2,1-2,1 0,22 3,61 11,73 6,-70-14,71 22,-152-30,-1 2,0 1,-1 2,-1 2,0 1,-2 2,1 2,-22-14,-1 0,-1 0,0 1,0 1,-1 0,0 0,7 11,-12-15,-1-1,0 1,-1-1,1 1,-1 0,0 0,-1 0,0 0,1 1,-2-1,1 0,-1 0,0 1,0-1,-1 0,0 1,0-1,0 1,-4 8,0 1,-2-1,1 0,-2-1,1 0,-2 0,0 0,-1-1,0-1,-1 1,0-2,-7 5,-6 5,-2-1,0-1,-1-1,-1-2,-25 11,-15 2,0-3,-2-3,0-3,-1-3,-1-3,-3-4,2-1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6.0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1,'5'18,"0"-6,71 195,-1-3,63 273,-25 11,-16-69,19 5,-55-211,-58-201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6.4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1181,'0'0,"0"0,0 0,7-3,50-12,23-2,-11 3,6-5,73-29,121-58,141-84,-200 90,1123-527,-1279 602,-16 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8.9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2,10 68,15 52,-4-27,138 618,44-6,-115-446,80 247,-160-482,-3-9</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9.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1 460,'0'0,"0"0,0 0,0 0,0 0,3-1,18-11,23-13,21-11,15-10,13-8,6-4,1 1,-5 5,-10 8,-13 9,-19 11,-18 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49.7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1 733,'1'0,"1"0,0 0,-1 0,1-1,-1 1,1-1,-1 1,1-1,-1 1,0-1,2-1,9-4,261-117,-5-12,20-27,-280 157,259-144,-195 113,2 3,59-18,-107 43,0 2,21-4,-21 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50.1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0 924,'0'0,"4"0,15-4,0-1,-1-1,16-6,-8 2,153-60,102-59,168-112,20-2,-338 185,2 6,93-22,-175 61,-19 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55.3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1321 147,'-13'-10,"0"0,-1 1,0 1,-1 0,0 1,0 0,0 1,-5 0,-34-9,-44-6,75 16,-57-9,-40-2,83 13,1 2,0 1,-1 3,-21 3,33-2,-1 1,1 1,0 1,0 1,1 2,0 0,1 2,0 0,1 1,0 2,1 0,1 1,-3 4,-5 8,0 1,2 2,2 0,1 2,1 1,2 0,0 3,5-5,0 1,2 1,2 0,1 0,2 1,1 0,-2 35,8-22,2 0,3 0,1 0,2-1,3 0,1 0,3-1,2 2,-7-23,1-1,1-1,1 0,1 0,1-1,1-1,1 0,1-1,0-1,2-1,0 0,1-2,0 0,4 1,12 7,2-2,0-1,2-2,31 11,-39-20,-1-1,2-1,-1-1,1-2,0-2,20 0,9-5,-1-2,0-3,-1-3,0-2,52-18,-96 25,1 0,-1-2,13-6,-23 10,-1-1,0 1,1-1,-1 0,-1 0,1-1,-1 1,1-1,-1 0,-1 0,1-1,0 0,22-47,-3-2,-2 0,12-54,-24 73,-1-1,-2 0,-2 0,-1-14,-4-151,-1 104,-1 48,-2 1,-3-1,-12-43,6 31,0-19,12 69</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6:58.7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1337 248,'-17'-17,"12"12,-11-11,0 2,-2 0,0 1,0 1,-1 1,0 0,-1 2,-10-4,-54-25,37 15,-35-10,66 29,-1 1,0 1,0 0,0 1,0 1,0 0,-9 3,-26-1,-113-9,86 2,-68 5,137 2,-1-1,1 2,-1 0,1 0,0 0,0 2,0-1,1 1,0 0,-2 2,-5 4,1 0,0 1,1 1,0 0,-4 6,5-3,2 0,0 1,0 1,2-1,0 2,1-1,-5 17,0 8,2 2,-5 41,9-20,3 0,3 0,3 10,0 22,-2 22,5-1,12 50,-12-145,1 1,1-1,1 0,0-1,2 0,1 0,1-1,1 0,1-1,1-1,1 0,0-1,1-1,1 0,1-2,1 0,0-1,1-1,0-1,1 0,1-2,0-1,0 0,1-2,12 2,38 9,1-4,1-3,15-2,-55-9,0-2,1-1,-1-2,-1-1,1-2,27-9,1-4,-1-3,0-3,11-9,-43 19,-2-2,0-1,0-1,-2-1,-1-2,0-1,-2-1,-1 0,12-19,-24 27,-1 0,0-1,-2 0,0 0,0-1,-2 0,-1-1,0 1,-1-1,4-35,-1-1,-3-33,-4 70,0-1,-2 0,-1 1,0 0,-3-9,-10-28,-6-7,-4-16,-32-79,35 104,4-2,1 1,2-7,13 48,2 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7:05.7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1200 110,'-1'-2,"0"1,0-1,0 1,0-1,-1 1,1-1,-1 1,1 0,-1 0,0-1,-3-2,-6-5,0 0,-1 1,0 0,0 1,0 0,-1 1,0 0,-1 1,1 1,-1 0,-11-1,-3 0,1 2,-1 1,0 1,0 1,-18 3,21 0,-1 2,2 1,-1 0,1 2,0 1,-17 9,2 1,2 1,0 1,1 3,2 0,-1 4,-24 23,3 2,-14 19,40-38,1 0,1 3,2 0,2 1,-7 16,19-29,1 1,0 0,2 1,1 0,2 0,0 1,2 0,1 0,1 3,2 5,1 0,2-1,1 1,2-1,1 0,2-1,2 0,1 0,-2-8,1-1,1-1,1 0,1-1,1 0,2-1,0-1,1 0,1-1,14 11,-22-22,1 0,1-1,0 0,0-1,0 0,1-1,0-1,0 0,0-1,1 0,4-1,-1 0,1-2,0 0,0 0,0-2,-1-1,15-2,4-2,0-2,-1-1,0-2,-1-2,0-1,-1-1,25-16,-4-6,-1-2,-2-3,-2-2,-2-2,-2-2,20-29,-59 68,0 1,0 0,0 0,-1-1,0 0,-1 0,0 0,0-1,-1 0,0 0,0-2,-4 11,1 0,-1 0,0 0,0 0,0 0,0 0,0-1,0 1,0 0,0 0,0 0,-1 0,1 0,0 0,-1 0,1 1,0 0,0-1,-1 1,1 0,0 0,0 0,0-1,-1 1,1 0,0 0,0 0,-1 0,1 0,0 0,-1 0,1-1,0 1,0 0,-1 0,1 0,0 0,-1 0,1 0,0 0,-1 0,1 1,0-1,0 0,-1 0,1 0,0 0,-2 1,0 0,0 0,0 0,0 1,1-1,-1 0,1 1,-1-1,1 1,-1 0,1-1,0 1,0 0,-5 10,1-1,0 1,1 0,1 0,0 0,0 1,1-1,1 1,0 0,0-1,2 1,-1 0,2-1,0 1,2 7,-2-10,1 0,1-1,-1 0,1 1,1-1,0-1,0 1,1-1,2 4,-3-6,0-1,0 0,1 0,-1 0,1-1,0 0,0 0,1 0,-1-1,1 0,0 0,0-1,3 1,-5-2,1 0,-1 0,1 0,0-1,-1 0,1 0,-1 0,1-1,0 0,-1 0,0 0,1 0,-1-1,5-2,-3 0,1 0,-1-1,1 0,-1 0,-1-1,1 1,-1-2,0 1,1-2,4-6,-1-1,0 0,-1 0,-1-1,-1 0,0 0,-1-1,-1 0,1-3,-5 15,0-1,0-1,0 1,0 0,-1 0,0 0,-1-1,1 4,-1 0,1 0,-1 0,0 0,0 0,-1 0,1 1,0-1,-1 0,0 1,0-1,0 1,0-1,0 1,0 0,-13-11,-1 1,0 1,-14-7,-7-3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7:07.2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0,1 10,0 0,0 1,1-1,1 3,3 18,12 121,2 18,-14-131,2-1,2 1,5 8,-13-42,0 1,0-1,0 0,0 0,1 0,0 0,2 3,-5-8,0 0,0 0,1 1,-1-1,0 0,0 0,1 0,-1 0,0 0,1 0,-1 0,0 0,1 0,-1 0,0 0,1 0,-1 0,0 0,0 0,1 0,-1 0,0 0,1 0,-1-1,0 1,0 0,1 0,-1 0,0 0,0-1,1 1,-1 0,0 0,0 0,0-1,1 1,-1 0,0 0,0-1,10-13,-8 13,48-78,-3-2,24-61,-65 124,-3 11,11 12,-5 1,0 0,0 1,-1-1,0 2,0-1,6 9,43 56,-35-41,15 19,-8-10,1-2,1-1,35 31,-43-49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7:07.6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68,'4'15,"14"32,62 175,-58-151,-3 2,-1 12,-17-101,0 0,2 0,0 0,1 1,4-11,-3 7,19-63,4 2,4 1,3 2,16-23,-30 62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7:08.1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273 0,'-10'8,"-36"32,3 3,1 1,-20 28,53-61,1 0,1 1,-1 0,2 0,0 0,0 1,1 0,1 0,-3 13,6-19,0 0,0 0,1 0,0 0,0 1,0-1,1 0,1 0,-1 0,1 0,0 0,1 0,-1-1,1 1,1-1,-1 0,1 1,0-2,4 6,4 1,0 0,0-1,2-1,-1 0,1 0,0-1,1-1,0-1,0 0,1-1,12 3,33 9,0-4,30 3,-67-13,49 6,-42-7,-1 2,0 1,0 1,25 10,-53-16,0-1,-1 1,1 0,-1-1,1 1,-1 0,1 0,-1 0,1 1,-1-1,0 0,0 0,1 1,-1-1,0 1,0-1,0 1,-1-1,1 1,0 0,-1-1,1 1,-1 0,1-1,-1 1,0 0,0 0,1 0,-1-1,-1 1,1 0,0 0,0-1,-1 1,1 0,-1 0,1-1,-1 1,0 0,0-1,1 1,-2-1,-3 10,-2-1,0 0,0 0,-1 0,-8 7,-51 49,-52 39,46-43,28-23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7:08.7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0 472,'2'0,"0"-1,0 1,0-1,0 0,0 0,0 0,0 0,0 0,0 0,0-1,7-4,68-38,-3-3,22-20,-57 37,-1-3,-1-1,-2-1,27-37,-56 64,-1 1,0-1,-1 0,1 0,-2 0,2-2,-5 9,1-1,-1 1,0 0,1-1,-1 1,0 0,0-1,0 1,0-1,0 1,0 0,0-1,0 1,-1-1,1 1,-1 0,1-1,-1 0,0 1,0 0,0 0,0 1,0-1,0 0,0 0,0 1,-1-1,1 1,0-1,0 1,-1-1,1 1,0 0,-1 0,1-1,0 1,-1 0,1 0,0 0,-1 1,1-1,-1 0,-9 2,1 0,0 0,0 1,0 1,0 0,1 0,-1 0,1 1,0 1,1 0,-2 1,-15 13,1 0,1 1,-1 4,-11 13,1 2,2 1,-6 13,19-25,2 1,1 0,1 1,2 1,-4 16,13-33,0 0,1 1,1-1,0 1,1 0,1-1,0 1,1 0,1-1,0 1,1-1,1 1,4 10,-1-10,0 1,1-1,1 0,0-1,1 0,1-1,0 0,1 0,0-2,1 1,14 9,-7-7,1-1,1-1,0-1,1 0,0-2,1-1,0-1,0-1,1-1,0-1,1-1,35 4</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15.1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0,'16'6,"0"0,-1 1,1 1,-1 0,-1 1,3 2,25 21,12 13,-45-37,248 228,43 67,-111-103,131 133,-25-26,-190-187,59 91,-126-157,139 187,-126-178,2-3,45 37,-98-96,1-1,-1 0,1 0,-1 0,1 0,-1 0,1 0,-1 0,1 1,0-1,-1-1,1 1,-1 0,1 0,-1 0,1 0,-1 0,1 0,-1-1,1 1,-1 0,1 0,-1-1,0 1,1 0,-1-1,2 0,5-2</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03:15.8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0,'11'0,"120"7,0 5,62 16,12 2,280 14,64-20,-159-2,-194-9,-29-8,-137-6,1-1,-1-2,0-1,13-4,-20 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0:16.8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4273 753,'-22'-24,"13"12,0 1,0 0,-1 0,-1 1,0 0,0 1,-1 0,0 1,-1 0,-184-92,13 8,-137-76,226 124,-3 5,-43-10,-18 8,-1 7,-2 6,-18 7,92 13,0 3,-1 5,1 3,0 5,0 3,1 4,0 4,2 3,0 5,2 3,-23 14,-23 15,2 5,3 6,-17 18,87-47,1 2,2 2,-10 15,-27 36,-14 25,38-39,-49 83,79-107,2 1,3 1,-10 35,5 6,5 1,4 1,5 2,4 0,5 0,3 74,7-64,10 68,-2-121,3 0,2 0,16 45,30 62,6-2,43 69,14-1,56 68,-139-241,18 29,17 17,-50-78,1-1,1-2,2 0,0-1,13 6,31 20,3-4,1-3,3-3,1-4,2-3,1-4,2-4,1-3,0-4,2-3,43 0,-37-10,0-5,0-4,0-3,0-5,-1-4,0-4,20-9,21-13,-2-5,-2-6,-2-5,62-41,-183 94,258-148,-190 105,-2-3,30-31,-63 45,-2-2,-2-1,-2-2,23-35,106-182,-119 185,134-239,-136 227,-3-1,22-76,-45 108,-3-1,-1 0,-4-1,1-48,-9-221,-2 245,0 3,-3 0,-5-9,2 39,-1 1,-2 0,-3 0,-3-4,-92-191,100 220,-5-6,-1 0,-1 1,-1 0,-16-15,12 15,2-1,0-1,-8-17,13 10,1 1,1-2,2 0,2 0,-4-24,9 39,-9-40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8:34.544"/>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0 125,'0'0,"8"0,351 8,77 0,304-43,5-32,-597 53,179-9,-261 22,1 2,-1 4,59 12,-98-11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8:35.404"/>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0,'0'0,"0"0,0 0,0 0,0 0,5 3,33 10,0-1,1-2,0-1,34 2,-36-5,190 25,104-4,233-9,-558-18,591-7,-274-1,-292 7,-1 2,0 1,17 4,-23-1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8:36.230"/>
    </inkml:context>
    <inkml:brush xml:id="br0">
      <inkml:brushProperty name="width" value="0.05" units="cm"/>
      <inkml:brushProperty name="height" value="0.05" units="cm"/>
      <inkml:brushProperty name="color" value="#CC0066"/>
      <inkml:brushProperty name="ignorePressure" value="1"/>
    </inkml:brush>
  </inkml:definitions>
  <inkml:trace contextRef="#ctx0" brushRef="#br0">23 1,'0'0,"0"0,0 0,0 7,1 838,-2 934,-21-1268,21-508</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8:36.92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123 0,'0'0,"0"0,0 6,-4 103,-6 0,-5 7,-4 33,-30 414,23 529,31-838,9 271,-11-464,3 0,12 52,-9-76</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06.2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1639 1,'-15'65,"-37"121,-40 103,-496 1257,390-1042,-162 480,257-650,-58 336,108-334,43-237,4 1,6 30,1-91,2-1,2 0,2 3,4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06.9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1,'0'12,"0"0,6 214,18 20,10-1,13 5,123 487,-99-447,153 706,-19-80,31-12,-207-806,192 594,-204-649,8 13,-13-34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07.6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0,4 0,10 2,10 2,0 1,-4-1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08.0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0,'9'2,"77"5,50 2,50 8,41 5,6 2,18-1,10 0,-18-3,-20-2,-21-1,-16 1,-14-1,-35-3,-42-4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09.3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98,'32'-7,"0"2,29-1,-7 1,210-25,249-10,-343 36,1 7,14 8,-26 7,5 7,-85-9,0 4,-1 3,0 3,-68-22,-1-1,1 0,-1 1,0 0,-1 1,1 0,-1 0,0 1,3 1,-11-6,1 0,0-1,-1 1,1-1,-1 1,1 0,-1-1,1 1,-1 0,1 0,-1-1,0 1,1 0,-1 0,0 0,0-1,0 1,1 0,-1 0,0 0,-2 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10.6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381 0,'-1'2,"-1"-1,0 1,1-1,-1 1,1 0,-1 0,1-1,0 1,0 0,0 0,-1 2,-2 3,-52 95,3 3,6 2,-1 15,42-108,1 0,1 0,0 1,1-1,0 1,2 0,-1 0,2-1,0 1,1 0,0 0,4 14,7 20,-5-21,0 1,-2-1,-1 1,-1 0,-2 27,-3-23,-3 0,-1 0,-1-1,-9 23,-50 124,39-112,20-51,1 1,1 0,1 0,0 1,2-1,0 1,0-1,2 7,1-10,0-1,1 1,1-1,0 1,0-1,2 0,0-1,0 1,1-1,0 0,2 0,31 43,-26-38,0 0,-1 2,0 2,-9-15,0 0,0-1,-1 1,0 0,0 0,-1 1,0-1,0 0,0 1,-1-1,0 0,-1 6,-4 12,-1 0,-1-1,-1 1,-1-2,-1 1,-1 0,-20 48,7-9,-15 64,34-106,1 0,0 0,2 1,0-1,2 1,0 0,1-1,3 13,-2-24,0 0,1 0,0 0,0 0,1 0,0-1,1 1,0-1,0 0,1-1,0 1,0-1,1 0,5 4,5 2,1 0,0-1,1-1,0-1,18 7,-27-12,0 0,0 0,-1 1,0 0,0 1,0-1,-1 2,0-1,5 8,-8-9,0 1,-1 0,1 0,-2 1,1-1,-1 1,0-1,-1 1,0 0,0 0,-1 0,0 0,0 6,0 7,-2-1,0 1,-2 0,0-1,-1 1,-1-1,-4 9,-14 34,-22 41,20-51,3 1,-6 27,22-56,1 1,1 0,-1 18,4 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10.9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47 1,'0'0,"0"4,-2 3,-2 2,-9 10,-1 1,1-3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19.2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 1,'0'0,"0"0,-15 16,9-11,-4 9,10-14,0 1,0 0,0-1,0 1,0 0,0 0,0-1,1 1,-1 0,0-1,0 1,1 0,-1-1,0 1,1-1,-1 1,0-1,1 1,-1 0,1-1,-1 0,1 1,0-1,-1 1,1-1,10 9,0-2,0 1,1-2,10 5,-2-1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21.8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1 348,'54'-3,"1"-2,12-4,45-5,60-10,-28 3,-57 16,-54 4,1-2,27-5,104-21,58-13,-156 26,4-1,64-7,203-22,-229 31,-11 6,1 5,0 4,34 7,58 0,209 11,-207-5,93-9,-220-2,-1 3,1 3,1 3,10 1,64 2,32-11,65 3,-106-1,1-6,91-14,-122 8,92 7,-107 2,0-3,80-13,-79 3,0 4,54 4,8 9,-90-2,0-2,1-3,-1-3,2-2,16-3,0 4,0 3,15 4,15 0,145-7,169 4,-125 2,-138-3,37 8,-53-1,0-6,57-12,-74 5,-17 3,83-6,214-16,-100 9,95 1,-256 14,139 2,14 14,165-5,-215-8,-249 0,-1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22.5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0,0 0,0 0,2 0,2 0,1 0,0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2:23.7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0 274,'2'1,"1"-1,-1 1,1-1,-1 1,0-1,1 0,-1 0,1 0,1-1,12 1,914 5,-602-11,238-17,-12 0,752-10,-1040 25,20-3,247-5,118 21,27 0,313-4,248-1,-589-12,233 0,-316 2,-135 0,666-33,-920 35,-67 4,52-10,-114 5,-1-1,36-14,-38 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3:27.7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58,'0'0,"0"0,0 0,0 0,0 0,0 0,3-2,6-2,5-3,9-4,11-2,-1 1,-5 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3:28.0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57,'0'0,"0"0,0-2,8-6,16-8,3 0,-2 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3:28.6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66,'6'0,"127"-6,87-16,58-3,55 13,143 20,465 18,258 4,-502-8,445-24,-468-8,-438 12,413-13,-297 0,-71 5,-109-9,-74 6,56 2,-131 8,-5-1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3:32.0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0 500,'17'-16,"-12"11,2 1,-1 0,0 0,1 0,0 1,-1 0,1 0,0 1,1 0,71-14,-69 15,227-30,82 5,246 9,665-1,-314-18,0-34,-839 64,842-40,-624 35,41 0,208-10,437-4,-375 8,-72 0,1080-19,-943 26,2-1,-355-7,-254 12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7:44.039"/>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79,'23'-4,"27"-7,1 3,0 2,38 1,-49 4,1-2,6-3,52-4,100 5,29 0,-112 3,104 13,18 0,512-11,-409 12,-152-2,121-12,46-14,-67 5,49 11,-59 2,-99-9,367 2,-124 16,-258-8,-13-1,227 11,-195-5,65-10,-9 6,20-1,-199-5,109-3,48 9,-73-1,54-9,-7 0,-7 9,82-2,-192-6,302-7,273-4,-342 3,-249 11,9-1,-1 3,44 6,121 23,-102-13</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07.38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1 158,'0'0,"0"0,0 0,0 0,0 0,0 0,0 0,25 0,623-23,-491 17,24 8,161 14,-42-1,766-4,-728-11,664-34,-809 25,173-9,1077-48,-1035 47,362-8,837 49,-1416-16</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12.56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1497,'7'0,"20"-1,0-1,-1-2,3-1,-14 2,213-42,207-71,218-103,-73 23,-126 55,726-243,-765 224,-47 18,-284 112,47-8,-89 27</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31.227"/>
    </inkml:context>
    <inkml:brush xml:id="br0">
      <inkml:brushProperty name="width" value="0.05" units="cm"/>
      <inkml:brushProperty name="height" value="0.05" units="cm"/>
      <inkml:brushProperty name="color" value="#CC0066"/>
      <inkml:brushProperty name="ignorePressure" value="1"/>
    </inkml:brush>
  </inkml:definitions>
  <inkml:trace contextRef="#ctx0" brushRef="#br0">375 486,'-65'-72,"3"-3,4-2,-14-29,-28-37,88 131,8 15,3 12,3 27,2-1,1 0,3 2,1 7,47 234,12-2,90 284,-90-331,329 1191,-341-1228</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30.72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0 668,'4'0,"41"-11,93-24,70-22,92-40,60-34,37-3,-25 18,-75 29</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9.971"/>
    </inkml:context>
    <inkml:brush xml:id="br0">
      <inkml:brushProperty name="width" value="0.05" units="cm"/>
      <inkml:brushProperty name="height" value="0.05" units="cm"/>
      <inkml:brushProperty name="color" value="#CC0066"/>
      <inkml:brushProperty name="ignorePressure" value="1"/>
    </inkml:brush>
  </inkml:definitions>
  <inkml:trace contextRef="#ctx0" brushRef="#br0">475 0,'6'16,"0"0,33 73,51 111,-86-192,111 259,23 95,288 945,-39 121,-288-996,249 1004,-56-424,-247-866</inkml:trace>
  <inkml:trace contextRef="#ctx0" brushRef="#br0" timeOffset="1">0 7092,'0'0,"4"0,26-10,66-22,100-23,59-19,55-22,53-14,41-13,24-5,13-13,18-17,5-16,-51 18,-95 35,-101 38</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9.50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2234,'0'0,"16"-9,54-25,93-30,57-26,52-29,20-16,29-18,3-5,-25-3,-22-7,-42 15,-47 28,-47 31,-47 31,-38 27,-30 20</inkml:trace>
  <inkml:trace contextRef="#ctx0" brushRef="#br0" timeOffset="1">1097 1221,'4'-2,"30"-14,53-25,76-35,84-27,30-13,30-16,8-12,8-18,-15-1,-30 14,-63 33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8.82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1112,'0'0,"4"-2,14-7,57-24,88-33,49-21,40-19,28-10,-5-1,6-11,-20 6,-40 13,-45 14,-52 22,-47 24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8.48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0,'2'19,"-1"-10,37 162,-36-165,53 223,20 87,345 1589,-295-1291,-34 8,-80-476,-7 0,-9 70,-2-103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7.996"/>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1 810,'0'0,"0"0,0 0,0 0,13-2,34-14,85-46,56-32,28-17,19-11,-3 8,-23 15,-32 21,-38 22,-42 20,-37 17</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7.64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0,'13'66,"17"107,17 120,21 99,190 917,-228-1163,406 1825,-331-1513,-22-93,-80-351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7.179"/>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1,'1'8,"16"84,-4-34,27 141,24 114,27 95,204 708,-179-695,-1 3,306 1099,298 959,-711-2454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6.67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1252,'19'-3,"114"-20,226-46,23-22,357-115,-435 119,916-245,-175 49,-928 251,-2-6,38-21,-91 30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26.231"/>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1379,'205'-56,"105"-10,139-35,-12-28,-123 31,898-268,-743 238,-81 20,-83 21,-74 17,-219 66,129-40,68-35,-204 76,7-1,-1-1,0-1,0 0,6-5,-9 3</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12.93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1,'3'5,"0"1,-1 1,0-1,0 0,0 0,-1 1,0-1,0 1,5 24,85 543,-72-428,81 662,-85-685,141 966,-44-505,-4-15,146 1202,-172-1165,-30-234,-48-347,-1 0,-2-1,-1 1,-2 21,1-37,-1 1,0-1,0 1,-1-1,0 0,-1 0,0 0,0 0,-1-1,0 0,-1 0,0 0,-2 2,-12 10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13.975"/>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1,'0'0,"0"0,0 1,6 17,0 0,-2 1,0 2,5 21,179 680,-24-94,-19 10,27 394,-56 191,-20-153,23-26,-99-824,-7-59,21 82,-33-237,0 0,1 1,0-1,0 0,0 0,1 0,0 0,0 0,-1-4,-1 0,1 1,1-1,-1 0,0 0,0 0,1-1,-1 1,1 0,-1-1,1 0,0 0,0 1,-1-2,1 1,0 0,0 0,1-1,23 2,-1-1,1-1,-1-1,0-2,1 0,16-6,-22 6,594-126,-473 97,510-134,-7-24,-175 51,363-74,5 40,-747 155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30.313"/>
    </inkml:context>
    <inkml:brush xml:id="br0">
      <inkml:brushProperty name="width" value="0.05" units="cm"/>
      <inkml:brushProperty name="height" value="0.05" units="cm"/>
      <inkml:brushProperty name="color" value="#CC0066"/>
      <inkml:brushProperty name="ignorePressure" value="1"/>
    </inkml:brush>
  </inkml:definitions>
  <inkml:trace contextRef="#ctx0" brushRef="#br0">555 3309,'0'0,"5"-2,42-18,45-32,63-49,44-50,64-82,23-21,0-61,-43 11,-63 57</inkml:trace>
  <inkml:trace contextRef="#ctx0" brushRef="#br0" timeOffset="1">0 1058,'0'0,"16"-8,45-29,102-54,55-43,77-84,-7-11,-52 34,-66 49</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39:31.63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1650,'0'0,"0"0,0 0,27-6,82-23,124-29,92-28,98-34,77-37,47-21,28 1,-18 1,-24-5,33-11,-79 26,-122 43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22.6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2404 394,'-14'-15,"-6"-7,-1 1,-1 1,0 1,-2 1,0 0,-1 2,0 1,-2 2,-10-4,-42-16,-2 3,-48-8,17 9,-2 5,0 5,-1 6,-1 4,0 5,0 5,0 6,-59 12,132-12,-1 3,1 1,1 2,-34 16,9 1,2 3,-29 22,69-40,2 1,0 1,1 1,-19 21,28-26,1 2,0 0,2 0,-1 0,2 2,0-1,1 1,0 2,-5 15,2 0,1 1,1 1,2-1,0 18,5-34,1 1,1-1,1 1,1-1,1 0,0 0,1 0,2 0,-1-1,2 0,2 3,7 10,2 0,0-2,2 0,2-1,0-1,2-1,0-1,18 12,22 15,3-3,2-2,6-2,-17-11,2-2,1-3,2-3,0-3,2-2,0-4,1-2,0-3,1-2,1-4,-1-3,1-3,-1-2,1-4,56-12,-40 1,0-4,-2-3,1-4,-50 15,0-2,-1-1,-1-1,0-2,-2-1,0-1,-1-2,15-17,-3-2,-3-1,-2-3,24-40,-4-5,23-57,-70 133,3-8,0 0,-2 0,0 0,1-11,-8 27,-1 0,1 0,-2 0,1 0,-1-1,0 1,-1 0,1 0,-1 0,-1 0,1 0,-1 0,-1 1,1-1,-1 0,0 1,-4-6,-7-8,-1 1,0 0,-2 1,0 1,-1 0,-1 1,0 1,-2 1,-8-4,0 1,0 2,-1 1,-1 2,0 1,0 1,-25-3,-16 1,0 3,0 3,-1 4,-39 5,21 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28.7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0 186,'0'0,"0"0,18 0,419-20,-4-28,-392 43,494-48,261 28,-302 13,1012-8,-1125 31,395 4,-760-15,-1-1,1 0,-1-2,0 1,0-2,13-4,-2-2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14.7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1 440,'236'-6,"-98"1,81-6,126-27,431-50,-758 86,254-21,168-20,-144 9,2 13,118 14,21 3,-2 1,241 3,-340-1,145 5,328 19,-427-41,-190 7,204-19,55-2,-39 11,562-16,-800 29,635-16,-632 24,722 20,-867-18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16.9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0 135,'4'1,"-1"-1,1 1,0-1,-1 0,1 0,0 0,0 0,2-1,9 0,59 2,1 0,1-3,33-2,1 5,50 9,218 36,-103-10,-163-27,1-5,0-5,57-9,278-6,-216 12,-12 1,144-7,-341 8,120-11,95 7,-90 6,95-15,146-30,-345 40,614-57,-239 45,-148 8,701-8,-612 16,57 12,-133-2,904-7,-77-15,-1048 13,57 1,71 11,-136-1,-41-7</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17.9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1 233,'21'14,"-6"-7,0-1,1 0,0-1,0-1,0 0,0-1,1 0,-1-2,1 0,8-1,31-3,0-3,27-7,26-3,1034-89,-396 62,-94 5,51-3,-518 34,310-7,2 26,782 47,-1122-49,156 29,-229-25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27.7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0 143,'0'0,"0"0,0 0,0 0,0 0,10 0,1092 9,251-31,-207-11,-361 18,913-19,-962 26,-1-26,-694 31,-14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0.5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197 1,'0'0,"0"1,-6 203,-20 110,-44 199,-18 183,82-594,5-77</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0.9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608 0,'0'0,"1"1,55 38,8 1,35 24,-6 3,-3 5,42 46,-80-67,-2 3,-3 2,-2 2,21 38,-55-79,-1 1,0 0,-2 1,0 0,-1 1,-1-1,0 7,-3-11,-1 0,-1 0,0 0,-1 1,-1-1,0 0,-1 0,-1 0,0 0,-2 2,-6 14,-1-1,-1-1,-1 0,-2-1,-1-1,-1 0,-1-1,-2-1,-19 18,-24 20,-3-4,-69 47,45-39,-4-5,-2-4,-69 27,98-54,-1-3,-1-3,-1-3,-1-4,-1-2,-2-4,10-6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1.4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586 0,'-1'1,"0"0,1 0,-1 0,0 0,1-1,-1 1,0 0,1 0,-1 0,1 1,0-1,-1 0,1 1,-4 7,-34 50,-2-1,-3-2,-41 41,-22 28,63-69,2 1,3 2,-14 32,37-62,1 1,2 1,1 0,1 0,2 1,1 0,2 0,-1 17,6-37,-1-1,2 0,-1 0,1 0,1 0,0 0,1 0,0 0,1-1,2 5,-2-6,0-1,1 0,1-1,-1 0,1 1,0-2,1 1,0-1,0 0,0 0,1-1,7 5,9 3,0-2,1 0,0-1,1-2,-1-1,2 0,-1-2,4-1,4 0,0-2,1-1,-1-2,0-1,0-1,9-4,-22 3,0-1,-1-1,1-1,-1-1,-1 0,1-2,-2 0,1-1,13-11,-21 13,0-1,0 0,-1-1,0 0,-1 0,0-1,-1 0,0-1,-1 1,0-2,-1 1,-1-1,0 0,1-8,-2 3,0-1,-1 1,-1-1,-1 1,-1-1,-1 0,-1-10,0 21,1-1,-1 0,-1 1,0-1,0 1,-1 0,0 0,0 0,-1 1,0-1,-1 1,0 1,0-1,-1 1,-6-7,-4 2,0 0,0 1,-1 0,-1 2,0 0,-9-3,-34-9,-22-3,80 22,-72-17</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1.8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778 0,'-12'9,"-118"73,8-6,3 5,-26 29,89-62,-10 14,47-41,0 0,1 1,1 1,-9 18,22-34,0-1,1 1,-1 0,2 0,-1 0,1 1,0-1,1 0,-1 1,1-1,1 1,0 0,0-1,0 3,2-3,0 0,0 0,0 0,0-1,1 1,0-1,1 0,-1 0,1 0,1 0,-1-1,1 1,0-1,0 0,3 2,9 7,2 0,0-1,0-1,1-1,1-1,-1-1,15 4,11 2,1-2,0-2,7-1,-3-2,0-2,1-3,-1-2,1-2,11-3,-5-4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2.6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1769 0,'-6'5,"-52"37,30-23,-18 16,-65 67,-3 12,-21 20,-193 167,-13-14,-83 36,270-223,131-85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3.3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567 1,'0'0,"0"0,0 0,-5 6,-116 150,-142 197,198-247,-47 66,112-171,1 0,0 0,-1-1,1 1,0 0,-1 0,1 0,0 0,0-1,0 1,0 0,0-1,0 1,0-1,0 1,0-1,0 0,0 1,0-1,0 0,1 0,33 13,-35-13,72 22,0-4,1-3,71 5,39-6,6-7,-137-6,1-2,0-3,23-4,-51 2</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8.5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0,'0'0,"0"0,0 7,-1 273,2 289,0-565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8.9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49 1,'12'5,"137"61,-4 7,-3 6,68 53,-185-116,-1-1,-1 0,0 2,-1 1,-1 0,0 1,8 13,-27-30,0 1,0 0,0-1,0 1,0 0,-1 0,0 0,1 0,-1 0,0 0,0 0,-1 1,1-1,-1 0,0 0,0 1,0-1,0 0,0 1,-1-1,1 0,-1 0,0 0,0 1,0-1,0 0,-1 0,1 0,-1-1,0 2,-5 4,0 1,0-1,-1 0,0-1,-1 0,1 0,-1-1,-7 3,-32 18,-1-2,-1-2,-1-2,-1-3,-9 0,13-5,0-2,-1-3,-6-1,-143 6,182-12,-81 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39.4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135 0,'0'0,"0"0,0 0,0 6,0 5,-1 1,-1-1,0 1,-1-1,0 0,-2 6,-31 67,16-39,8-16,-1 1,1 1,-5 23,14-47,2 1,-1 0,1 0,0 0,0 0,1 0,0 0,1 0,0 0,0 0,1 0,0 0,1 3,0-5,-1-2,1 1,0 0,1-1,-1 1,1-1,0 0,0 0,0 0,1-1,-1 0,1 1,0-2,-1 1,1 0,1-1,-1 0,0 0,1-1,-1 1,1-1,0 0,10 1,0 0,0-1,1-1,-1 0,0-1,0-1,1-1,7 0,0-2,0 0,0-2,-1-1,0 0,10-7,-32 15,-1-1,1 1,0-1,-1 0,1 1,-1-1,1 0,-1 1,1-1,-1 0,1 0,-1 0,0 1,1-1,-1 0,0 0,0 0,0 0,1 1,-1-1,0 0,0 0,0 0,-1 0,1 0,0 1,0-1,0 0,-1 0,1 0,0 0,-1 1,1-1,0 0,-1 0,1 1,-1-2,-24-32,20 28,-102-137,75 96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0.3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396 0,'0'0,"0"0,-5 3,-36 19,1 3,1 0,1 3,1 1,2 1,1 3,-28 33,53-54,-1 1,1 0,1 0,0 1,-2 7,8-18,0 1,1 0,-1-1,1 1,0 0,1 0,-1-1,1 1,-1 0,1 0,0 0,0 0,1 0,-1-1,1 1,0 0,0 0,0-1,1 1,-1-1,1 1,0-1,0 1,1 1,1-1,0 0,0 0,1 0,-1-1,1 0,-1 0,1 0,0 0,0-1,2 1,10 3,1 0,11 2,36 4,0-2,0-3,1-4,-1-1,1-4,17-5,-63 6,0-2,0-1,0 0,0-1,-1-2,15-6,-33 16,11 8,2-3,0 0,1-1,0-1,1 0,-1-1,1-1,0 0,7 0,7 0,0-2,0 0,-1-2,7-2,-11-1,-1-2,1 0,-1-2,0 0,-1-2,0 0,0-2,-1 0,2-3,26-15</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0.7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0,'0'0,"0"0,2 6,5 6,14 6,13 1,2-4,-7-3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1.2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0,2 2,3 4,2 4,4 3,4 3,1 2,-2-3,7-6,20-8,26-7,29-9,-2-2,-16 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1.6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90 1,'-4'5,"1"1,0 0,0 0,0 0,1 0,0 1,0-1,0 1,0 4,-3 9,-13 53,3 1,3 1,2 14,7-41,2 1,2-1,2 0,3 0,6 27,-3-35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2.0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7,2 21,1 4,-1-2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42.9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1,'0'0,"0"0,2 5,1 6,-1-1,0 1,-1 0,-1-1,1 1,-2 0,1-1,-2 1,1 7,-13 136,-8 7,2-20,2 60,16-139</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1.0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0,'1'0,"1"1,-1-1,0 0,0 1,0-1,1 1,-1-1,0 1,0 0,0-1,0 1,0 0,0 0,7 4,14 10,-1 1,-1 1,0 1,-2 0,12 16,83 111,-104-133,21 29,472 634,-218-282,-181-232,41 93,-46-63,-94-183,1 0,0-1,0 0,0 0,1 0,0 0,0-1,1 0,0 0,0-1,0 0,1 0,0-1,2 2,21 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1.5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873 0,'0'0,"0"0,0 0,3 5,40 54,-24-34,0 1,-2 0,-1 1,-1 1,-1 2,-13-27,0 0,0 0,0 0,0 0,-1 0,1 1,-1-1,0 0,0 0,0 0,-1 0,1 0,-1 0,1 1,-1-1,0 0,0 0,0-1,-1 1,1 0,-1 0,-1 1,-4 5,0-1,-1 1,0-2,0 1,-10 6,-39 28,-2-2,-2-3,-1-2,-24 7,-10 0,-2-5,-63 14,101-34,0-3,-59 6,83-17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1.8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1,'0'0,"0"0,0 0,0 0,1 19,6 50,2 60,2 49,0 26,-3-1,-2-16,-3-21,-3-21,-2-26,-3-25,0-29,1-25,1-20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2.2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163 1,'-8'22,"-25"81,5 2,-2 31,-23 215,51-330,-2 7,1 1,1-1,2 1,2 16,-1-39,-1 0,1 0,1 0,-1 0,1 0,0 0,0 0,0-1,1 1,0-1,0 1,1-1,-1 0,1 0,0-1,0 1,1-1,0 0,-1 0,1 0,0-1,1 0,1 1,4 0,0 0,0-1,0 0,0-1,0-1,1 0,-1 0,0-1,1 0,-1-1,1 0,-1-1,0-1,0 0,0 0,0-1,4-2,-14 6,1-1,-1 0,1 1,-1-1,1 0,-1 0,0 0,1 0,-1 0,0-1,0 1,0 0,0 0,0-1,0 1,0-1,0 1,0-2,0 0,-1 1,0-1,0 0,0 0,0 0,0 1,0-1,-1 0,1 0,-1 1,0-1,-1-1,-16-44,-2 1,-3 1,-13-19,1 1,-23-47,7 17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2.8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483 31,'0'0,"0"0,-2-1,-22-6,-1 0,0 2,0 1,0 1,-1 1,1 1,-1 1,-22 3,38-2,0 0,-1 1,1 0,0 0,0 1,0 0,0 1,1 0,0 1,-1-1,1 2,1 0,-1 0,1 0,0 1,1 0,0 1,0-1,0 1,1 1,0-1,1 1,0 0,0 1,1-1,0 1,0-1,1 1,-1 8,3-12,-4 23,5-28,0 0,0 0,0 0,0 0,0-1,0 1,0 0,0 0,1 0,-1-1,0 1,1 0,-1 0,0-1,1 1,-1 0,1-1,-1 1,1-1,0 1,-1 0,1-1,0 1,-1-1,1 0,0 1,-1-1,1 1,0-1,0 0,-1 0,1 1,1-1,18 1,0-1,0 0,0-1,0-2,15-3,-28 5,91-16,31-12,-76 15,-2-3,0-2,16-9,-67 28,0-1,1 1,-1-1,1 1,-1 0,1 0,0-1,-1 1,1 0,-1 0,1 0,-1-1,1 1,0 0,-1 0,1 0,-1 0,1 0,0 0,-1 0,1 0,-1 1,1-1,0 0,-1 0,1 0,-1 1,1-1,-1 0,1 1,-1-1,1 0,-1 1,1-1,-1 1,1-1,-1 0,0 1,1-1,-1 1,1 3,0 0,0 0,0 0,0 0,-1 0,0 3,2 12,73 563,53 526,-127-1095,5 64,-4 23,-3-76,0 0,-2-1,-1 1,-1-1,-1 0,-2 5,5-21,0-1,0 1,0-1,-1 0,0 0,0 0,0 0,-1-1,0 0,0 0,-1 0,1 0,-1-1,0 0,0 0,0-1,-1 1,-2 0,-13 4,0-1,0-1,-1-1,-19 2,30-5,-110 14</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3.1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4,2 24,-1 44,0 47,1 28,0 7,-1-9,2-20,0-31,0-31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3.5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0,'0'0,"0"0,0 0,0 0,4 8,1 2,0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4.0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826 1,'0'0,"-3"1,-21 11,0 2,1 1,1 0,0 2,-4 5,26-22,-169 141,7 7,-73 91,214-216,1 1,0 0,2 2,-4 9,19-32,1 1,1 0,-1-1,1 1,-1 0,1 0,0 0,1 0,-1 0,1 0,-1 1,1-1,0 0,1 0,-1 0,1 0,0 0,0 0,0 0,0 0,1 0,-1-1,1 1,0 0,0-1,1 1,-1-1,1 0,0 0,0 1,7 5,1 0,0 0,1-1,0 0,0-1,1 0,0-1,5 2,15 4,0-1,1-2,1-1,-1-2,1-1,0-2,1-1,-1-2,13-2,28-5,-1-3,-1-3,62-20,-65 12,53-23,-89 30,-1-3,0-1,-1-1,7-7,9-13,-45 36,-1-1,1 0,-1 1,0-1,0-1,-1 1,1 0,-1 0,0-1,2-4,-4 9,0-1,0 1,0-1,0 1,-1-1,1 1,0-1,0 1,0-1,0 1,0-1,-1 1,1-1,0 1,-1-1,1 1,0-1,-1 1,1-1,0 1,-1 0,1-1,-1 1,1 0,-1-1,1 1,0 0,-1 0,1-1,-1 1,0 0,1 0,-1 0,1 0,-1 0,1 0,-1 0,1 0,-1 0,1 0,-1 0,1 0,-31 0,27 0,-19 1,1 2,0 0,0 1,0 2,1 0,-1 1,-10 6,18-7,0 1,1 0,-1 1,2 1,-1 0,1 1,0 0,1 0,0 2,1-1,-4 6,12-14,0 1,0-1,0 0,1 0,-1 1,1-1,0 1,0 0,0-1,0 1,0 0,1-1,0 2,0-4,0 1,0-1,1 1,-1 0,0-1,1 1,0-1,-1 1,1-1,0 1,0-1,0 1,-1-1,1 0,1 0,-1 1,0-1,0 0,0 0,1 0,-1 0,0 0,1-1,-1 1,1 0,-1-1,1 1,0-1,1 1,5 1,0-1,1 0,-1 0,1-1,-1 0,1 0,-1-1,0 0,1-1,-1 1,0-2,3 0,14-6,-1-1,-1 0,11-8,-33 17,0 1,0-1,0 1,0 0,0 0,0-1,0 1,0 0,0 0,0 0,0 0,1 0,-1 0,0 1,0-1,0 0,0 0,0 1,0-1,0 0,0 1,-1-1,1 1,21 16,-18-14,47 49,-1 1,7 15,-22-24,2-2,2-2,1-1,29 19,-33-33,1-2,30 14,-16-13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4:54.4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 0,'0'4,"-10"1005,9-971,-5 553,26-4,-10-486,-5-77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21.5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1,'1'2,"0"1,0-1,0 0,0 0,1 1,-1-1,0 0,1 0,0 0,-1-1,1 1,3 4,43 51,3-3,1-2,21 13,33 32,261 236,148 57,-149-119,-225-159,-4 7,38 49,157 142,0-1,-231-197,18 34,-30-34,52 46,-132-150,-1 0,1 0,0-1,5 3,-11-8,1 0,0 0,0 0,0 0,1-1,-1 0,0 0,0 0,1 0,-1 0,1-1,2 0,28-3,-4-3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22.9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514 1,'2'2,"-1"0,1 1,-1-1,0 1,1-1,-1 1,0 0,-1-1,1 1,0 0,2 8,34 76,4-2,4-2,3-1,4-3,27 28,259 361,-275-379,-49-68,-36-10,0 0,-1-1,-1-1,0-2,-5 1,-48 9,-1-3,8-2,-641 103,690-112,0 0,0-1,0-2,0 0,0-1,-4-1,10-1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22.997"/>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0 318,'3'-1,"-1"1,1 0,-1-1,1 1,-1 0,0 0,1 1,-1-1,1 0,5 1,88-6,-1-5,67-15,-32 4,449-75,-567 94,288-45,3 14,112 9,46 13,363-12,169 3,-4 22,-820-1,487 15,259 55,-56 16,-321-33,1239 85,-1181-92,255 12,-593-54,-33-3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24.21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25,'21'0,"612"0,410 0,439-10,-541-4,-427 20,-399-3</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02.0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2,'2'-1,"1"1,-1-1,0 1,0 0,0 0,0 0,1 0,-1 1,0-1,0 0,0 1,10 1,491 12,-401-14,635-4,287 4,-897 2,1208 37,-103-16,-2-29,-926 1,295 1,-279 3,53-17,-310 14,8-1,3-3,-62 6</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07.1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0,'67'3,"6"3,29 1,173-4,95 4,593 37,-811-43,521 1,716-9,-680 20,27 0,492 3,8-22,-410-5,-631 11,-167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09.0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0 232,'12'0,"165"-1,53-12,79-5,-76 6,494-54,-107 43,-459 20,169-19,-73 3,873-35,-567 55,-251 5,627 6,-250 22,-211 0,-52 5,-158-12,431 9,862-5,-450-39,-929 7,257-6,606-34,-331 29,-709 12</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09.5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09.9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1 332,'19'-1,"232"-18,-103 5,555-58,20-21,12 29,433 31,-536 21,-123 5,140-4,-475 5,1 9,70 13,-177-8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36.06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1 162,'14'0,"17"2,1 0,-1 2,13 4,39 6,58-2,49-6,144-10,-42 0,133-10,-129 2,502 16,79-2,-367-20,287-8,-528 14,36 0,17 5,91 0,113-9,-276 4,-20 1,82-2,194-3,96-3,-436 16,975-7,-1054 12</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36.41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0,'0'0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37.358"/>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97,'2'-1,"-1"0,1 1,0 0,0-1,0 1,0 0,0 0,0 0,0 0,0 1,0-1,0 0,12 2,516-1,565-3,-382-14,-11-39,-561 41,55 4,995 25,-813 15,64 3,91-15,-416-16</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0:58.980"/>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0 119,'9'8,"0"-1,0 0,1 0,0-1,0-1,0 0,1 0,-1-1,1 0,0-1,7 2,23 2,-1-1,25 0,-61-6,156 6,87-10,-17-1,382-2,185 0,300 4,-637-18,40 0,-198 16,773-22,-522-3,137-6,-202 18,281-7,305 24,-634 5,-16 12,-382-12</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1:00.291"/>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0 199,'3'-1,"0"1,0-1,0 1,0 0,0 0,0 0,0 0,-1 0,4 1,7 0,782 9,-261-1,4-11,-15 1,-107 7,542-4,-629-9,581-23,484-30,-511 36,536-19,-435 9,-401 16,645 13,-829 6,-264-3</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32.2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24,'0'0,"0"0,0 0,0 0,0 0,15 13,-13-12,14 8,0-1,0-1,1-1,0 0,0-1,1-1,7 0,0 2,62 11,74 5,90-3,-226-18,1021 35,-120-27,-621-7,1010-57,23-22,-1313 76,48-1,25-6,-77 5,0 0,0-2,-1 0,1-2,-1 0,17-9,-20 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34.1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1 124,'20'-4,"0"0,9 1,11-2,157-16,91 5,-112 8,1116-28,-1241 35,935-3,-570 4,40 4,94-1,18 0,277-6,-87-10,-375 8,177 28,126 5,3-40,-400 3,590-11,-396 22,444-5,-428-15,-443 16</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39.7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0,'0'0,"0"0,0 0,0 0,0 0,0 0,0 0,12 9,5 0,1 0,0-1,0-1,1-1,0 0,0-2,46 9,10-1,-9-3,125 21,-142-23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0.2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13,'6'0,"1085"22,-1023-20,234 8,649 9,-569-23,562-12,632-6,-988 10,-88 0,-4 24,-439-8,-17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4.5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72,'22'3,"281"8,-142-8,32 5,410 5,884-74,405 12,-1213 53,-135-1,-136 15,70 27,-245-29,202-14,-253-6</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5.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14,'0'0,"0"0,0 0,0 0,4-4,1-1,0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6.1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0,'0'0,"2"0,8 0,3 0,-1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6.4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1,'16'-1,"-5"2,23-1,799 16,289 23,-635-25,441-8,-144-3,-499 7,138 28,-262-16,-9-1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7.6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0,'0'0,"0"0,0 0,6 3,36 10,1-2,1-2,0-2,9-1,31 6,338 43,188-8,430-19,-298-12,15 5,3-26,-755 4,1281-30,-1210 31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49.7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20,'22'21,"-2"-7,0-1,1 0,1-1,0-2,0 0,1-1,0-2,0 0,1-1,19 1,41 3,0-3,42-4,-117-3,682-23,-486 11,1139-15,-1043 26,68 0,616-15,324-14,-599 8,-509 11,-192 11,325-24,-316 22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50.8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11,'0'0,"0"0,0 0,11 0,386-11,57 15,-252 1,296 3,948 30,132 8,-1428-46,192-4,-197-3,45-12,-121 9</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5:54.8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1 145,'0'0,"0"0,0 0,0 0,0 0,5 2,8 1,-1-1,1-1,0 0,0 0,8-2,9 1,440 3,423 5,73-24,2-35,-941 49,-1 1,1302-65,571 38,-1556 29,741 13,-591 21,-13 21,-362-41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6:00.3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0,'8'5,"12"4,-1-2,2 0,-1 0,1-2,9 1,111 11,-86-11,624 38,5-35,-498-8,-61 1,41 0,4-8,-148 4,0-1,-1 0,19-6,-12-1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16:01.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1 247,'105'-9,"16"4,-3 1,1564-101,-1292 79,776-25,-1069 46,0-4,32-9,-53 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1:43.296"/>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0 313,'18'-4,"1"1,0 1,-1 1,17 1,-3-1,104-3,-1-7,-1-5,0-6,20-11,88-25,99-5,-1 17,1 15,327 14,-395 29,-1 12,95 28,-272-35,52 18,-112-24,0 1,0 1,-2 2,0 2,21 14,-39-21,0 2,-1 0,0 1,-1 0,-1 1,0 1,-1-1,-1 2,0 0,0 1,18 38,-3 2,5 20,-15-41,58 165,27 134,27 212,-111-466,-3 1,-1 57,-10-97,-2 0,-3 0,-1 0,-2 0,-1-1,-5 8,5-25,-2-2,0 1,-2-1,0-1,-2 0,0 0,-2-1,-26 33,-45 44,38-47,-3-3,-2-2,-1-2,-21 9,-9 1,-3-3,-65 25,-6-8,-30 3,-162 42,-112 21,-238 27,525-125,-145 49,43-3,138-44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0:20:04.1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1 107,'0'-11,"3"-8,13-18,3-3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4:02.414"/>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1,'0'0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4:57.218"/>
    </inkml:context>
    <inkml:brush xml:id="br0">
      <inkml:brushProperty name="width" value="0.05" units="cm"/>
      <inkml:brushProperty name="height" value="0.05" units="cm"/>
      <inkml:brushProperty name="color" value="#CC0066"/>
      <inkml:brushProperty name="ignorePressure" value="1"/>
    </inkml:brush>
  </inkml:definitions>
  <inkml:trace contextRef="#ctx0" brushRef="#br0">0 20,'296'0,"1366"-11,-1444 8,196 23,-328-11,578 44,-457-49,197 9,16 7,85-21,127-41,-20-1,-223 25,116-3,1061 23,-1511-2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5:00.522"/>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1 127,'1595'-8,"-508"0,-691 5,-45-6,-56-8,285-44,-517 52,0 2,0 3,0 4,44 4,391 65,-318-40,24 2,655 105,355 36,3-47,-636-84,93-24,-488-24,-1-7,32-14,83-8,124 8,293 28,-297 35,-1 23,-334-45,38 5,0-6,1-5,46-6,-152-2</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02T11:45:01.401"/>
    </inkml:context>
    <inkml:brush xml:id="br0">
      <inkml:brushProperty name="width" value="0.05" units="cm"/>
      <inkml:brushProperty name="height" value="0.05" units="cm"/>
      <inkml:brushProperty name="color" value="#CC0066"/>
      <inkml:brushProperty name="ignorePressure" value="1"/>
    </inkml:brush>
  </inkml:definitions>
  <inkml:trace contextRef="#ctx0" brushRef="#br0">1 607,'6'0,"29"-6,59-2,85 1,107 0,125-15,110-25,75-14,55-8,12-1,-8 2,-9 1,-18 2,-33 4,-117 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C9FECC-ECFC-42A2-B893-AB2A73E058D8}" type="datetimeFigureOut">
              <a:rPr lang="en-US" smtClean="0"/>
              <a:pPr/>
              <a:t>12/25/2024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8944A8-0F90-4700-B443-CC9323F80183}" type="slidenum">
              <a:rPr lang="en-US" smtClean="0"/>
              <a:pPr/>
              <a:t>‹#›</a:t>
            </a:fld>
            <a:endParaRPr lang="en-US"/>
          </a:p>
        </p:txBody>
      </p:sp>
    </p:spTree>
    <p:extLst>
      <p:ext uri="{BB962C8B-B14F-4D97-AF65-F5344CB8AC3E}">
        <p14:creationId xmlns:p14="http://schemas.microsoft.com/office/powerpoint/2010/main" val="1465275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816F5-45A4-4365-984B-5DA37CD021CB}" type="datetime1">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31886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2667000" y="864108"/>
            <a:ext cx="6096001" cy="5120640"/>
          </a:xfrm>
        </p:spPr>
        <p:txBody>
          <a:bodyPr/>
          <a:lstStyle>
            <a:lvl1pPr>
              <a:buFont typeface="Wingdings" pitchFamily="2" charset="2"/>
              <a:buChar char="§"/>
              <a:defRPr/>
            </a:lvl1pPr>
            <a:lvl2pPr>
              <a:buFont typeface="Arial"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69B086A-443F-488D-BD9B-3E632118E777}" type="datetime1">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85800" y="1219200"/>
            <a:ext cx="1148195" cy="365125"/>
          </a:xfrm>
          <a:effectLst>
            <a:outerShdw blurRad="50800" dist="38100" dir="5400000" algn="t" rotWithShape="0">
              <a:prstClr val="black">
                <a:alpha val="40000"/>
              </a:prstClr>
            </a:outerShdw>
          </a:effectLst>
        </p:spPr>
        <p:txBody>
          <a:bodyPr>
            <a:prstTxWarp prst="textArchDown">
              <a:avLst/>
            </a:prstTxWarp>
          </a:bodyPr>
          <a:lstStyle>
            <a:lvl1pPr algn="ctr">
              <a:defRPr sz="4400" b="0" u="sng"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defRPr>
            </a:lvl1pPr>
          </a:lstStyle>
          <a:p>
            <a:fld id="{4FCBA6A4-4AC1-4AE5-BF17-AC49EE4BA738}" type="slidenum">
              <a:rPr lang="en-US" smtClean="0"/>
              <a:pPr/>
              <a:t>‹#›</a:t>
            </a:fld>
            <a:endParaRPr lang="en-US" dirty="0"/>
          </a:p>
        </p:txBody>
      </p:sp>
    </p:spTree>
    <p:extLst>
      <p:ext uri="{BB962C8B-B14F-4D97-AF65-F5344CB8AC3E}">
        <p14:creationId xmlns:p14="http://schemas.microsoft.com/office/powerpoint/2010/main" val="63237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5EC3A-21A1-4FA1-A4F0-28BA43E7E144}" type="datetime1">
              <a:rPr lang="en-US" smtClean="0"/>
              <a:pPr/>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48920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409940A-7AE9-40A6-876B-BC4D1CDD3465}" type="datetime1">
              <a:rPr lang="en-US" smtClean="0"/>
              <a:pPr/>
              <a:t>12/25/2024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304551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25941F8-F478-417C-94C6-25D6965157ED}" type="datetime1">
              <a:rPr lang="en-US" smtClean="0"/>
              <a:pPr/>
              <a:t>12/25/2024</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128590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0C26BE44-8CF2-43F2-9244-9443974A56E1}" type="datetime1">
              <a:rPr lang="en-US" smtClean="0"/>
              <a:pPr/>
              <a:t>12/25/2024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60055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F14C6EE-5D49-4EE2-91EF-1CEFF1AAC6BC}" type="datetime1">
              <a:rPr lang="en-US" smtClean="0"/>
              <a:pPr/>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352058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494176"/>
            <a:ext cx="212598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94DE6A4-F4A4-4295-87A2-FF7ADB5DB34D}" type="datetime1">
              <a:rPr lang="en-US" smtClean="0"/>
              <a:pPr/>
              <a:t>12/25/2024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695566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92024" y="3493008"/>
            <a:ext cx="212598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378D75D-C504-4647-AC93-0EAD4132D4A7}" type="datetime1">
              <a:rPr lang="en-US" smtClean="0"/>
              <a:pPr/>
              <a:t>12/25/2024</a:t>
            </a:fld>
            <a:endParaRPr lang="en-US"/>
          </a:p>
        </p:txBody>
      </p:sp>
      <p:sp>
        <p:nvSpPr>
          <p:cNvPr id="9" name="Footer Placeholder 8"/>
          <p:cNvSpPr>
            <a:spLocks noGrp="1"/>
          </p:cNvSpPr>
          <p:nvPr>
            <p:ph type="ftr" sz="quarter" idx="11"/>
          </p:nvPr>
        </p:nvSpPr>
        <p:spPr>
          <a:xfrm>
            <a:off x="2624326" y="6356351"/>
            <a:ext cx="4433638" cy="365125"/>
          </a:xfrm>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402833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781C2F-8BCC-4BFD-82D3-4F6FB2067DDD}" type="datetime1">
              <a:rPr lang="en-US" smtClean="0"/>
              <a:pPr/>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1106623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62198C-479E-467F-BFB8-011CB7805D03}" type="datetime1">
              <a:rPr lang="en-US" smtClean="0"/>
              <a:pPr/>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pPr/>
              <a:t>‹#›</a:t>
            </a:fld>
            <a:endParaRPr lang="en-US"/>
          </a:p>
        </p:txBody>
      </p:sp>
    </p:spTree>
    <p:extLst>
      <p:ext uri="{BB962C8B-B14F-4D97-AF65-F5344CB8AC3E}">
        <p14:creationId xmlns:p14="http://schemas.microsoft.com/office/powerpoint/2010/main" val="2255343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0BEE9C0-DDE8-43DB-8A80-050788B577BD}" type="datetime1">
              <a:rPr lang="en-US" smtClean="0"/>
              <a:pPr/>
              <a:t>12/25/2024</a:t>
            </a:fld>
            <a:endParaRPr lang="en-U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200" b="1">
                <a:solidFill>
                  <a:schemeClr val="accent1"/>
                </a:solidFill>
              </a:defRPr>
            </a:lvl1pPr>
          </a:lstStyle>
          <a:p>
            <a:fld id="{4FCBA6A4-4AC1-4AE5-BF17-AC49EE4BA738}" type="slidenum">
              <a:rPr lang="en-US" smtClean="0"/>
              <a:pPr/>
              <a:t>‹#›</a:t>
            </a:fld>
            <a:endParaRPr lang="en-US"/>
          </a:p>
        </p:txBody>
      </p:sp>
    </p:spTree>
    <p:extLst>
      <p:ext uri="{BB962C8B-B14F-4D97-AF65-F5344CB8AC3E}">
        <p14:creationId xmlns:p14="http://schemas.microsoft.com/office/powerpoint/2010/main" val="197335631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6" Type="http://schemas.openxmlformats.org/officeDocument/2006/relationships/customXml" Target="../ink/ink22.xml"/><Relationship Id="rId21" Type="http://schemas.openxmlformats.org/officeDocument/2006/relationships/image" Target="../media/image19.png"/><Relationship Id="rId42" Type="http://schemas.openxmlformats.org/officeDocument/2006/relationships/customXml" Target="../ink/ink30.xml"/><Relationship Id="rId47" Type="http://schemas.openxmlformats.org/officeDocument/2006/relationships/image" Target="../media/image32.png"/><Relationship Id="rId63" Type="http://schemas.openxmlformats.org/officeDocument/2006/relationships/image" Target="../media/image40.png"/><Relationship Id="rId68" Type="http://schemas.openxmlformats.org/officeDocument/2006/relationships/customXml" Target="../ink/ink43.xml"/><Relationship Id="rId16" Type="http://schemas.openxmlformats.org/officeDocument/2006/relationships/customXml" Target="../ink/ink17.xml"/><Relationship Id="rId11" Type="http://schemas.openxmlformats.org/officeDocument/2006/relationships/image" Target="../media/image14.png"/><Relationship Id="rId24" Type="http://schemas.openxmlformats.org/officeDocument/2006/relationships/customXml" Target="../ink/ink21.xml"/><Relationship Id="rId32" Type="http://schemas.openxmlformats.org/officeDocument/2006/relationships/customXml" Target="../ink/ink25.xml"/><Relationship Id="rId37" Type="http://schemas.openxmlformats.org/officeDocument/2006/relationships/image" Target="../media/image27.png"/><Relationship Id="rId40" Type="http://schemas.openxmlformats.org/officeDocument/2006/relationships/customXml" Target="../ink/ink29.xml"/><Relationship Id="rId45" Type="http://schemas.openxmlformats.org/officeDocument/2006/relationships/image" Target="../media/image31.png"/><Relationship Id="rId53" Type="http://schemas.openxmlformats.org/officeDocument/2006/relationships/image" Target="../media/image35.png"/><Relationship Id="rId58" Type="http://schemas.openxmlformats.org/officeDocument/2006/relationships/customXml" Target="../ink/ink38.xml"/><Relationship Id="rId66" Type="http://schemas.openxmlformats.org/officeDocument/2006/relationships/customXml" Target="../ink/ink42.xml"/><Relationship Id="rId74" Type="http://schemas.openxmlformats.org/officeDocument/2006/relationships/customXml" Target="../ink/ink46.xml"/><Relationship Id="rId79" Type="http://schemas.openxmlformats.org/officeDocument/2006/relationships/image" Target="../media/image5.png"/><Relationship Id="rId5" Type="http://schemas.openxmlformats.org/officeDocument/2006/relationships/image" Target="../media/image11.png"/><Relationship Id="rId61" Type="http://schemas.openxmlformats.org/officeDocument/2006/relationships/image" Target="../media/image39.png"/><Relationship Id="rId19" Type="http://schemas.openxmlformats.org/officeDocument/2006/relationships/image" Target="../media/image18.png"/><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image" Target="../media/image22.png"/><Relationship Id="rId30" Type="http://schemas.openxmlformats.org/officeDocument/2006/relationships/customXml" Target="../ink/ink24.xml"/><Relationship Id="rId35" Type="http://schemas.openxmlformats.org/officeDocument/2006/relationships/image" Target="../media/image26.png"/><Relationship Id="rId43" Type="http://schemas.openxmlformats.org/officeDocument/2006/relationships/image" Target="../media/image30.png"/><Relationship Id="rId48" Type="http://schemas.openxmlformats.org/officeDocument/2006/relationships/customXml" Target="../ink/ink33.xml"/><Relationship Id="rId56" Type="http://schemas.openxmlformats.org/officeDocument/2006/relationships/customXml" Target="../ink/ink37.xml"/><Relationship Id="rId64" Type="http://schemas.openxmlformats.org/officeDocument/2006/relationships/customXml" Target="../ink/ink41.xml"/><Relationship Id="rId69" Type="http://schemas.openxmlformats.org/officeDocument/2006/relationships/image" Target="../media/image43.png"/><Relationship Id="rId77" Type="http://schemas.openxmlformats.org/officeDocument/2006/relationships/image" Target="../media/image47.png"/><Relationship Id="rId8" Type="http://schemas.openxmlformats.org/officeDocument/2006/relationships/customXml" Target="../ink/ink13.xml"/><Relationship Id="rId51" Type="http://schemas.openxmlformats.org/officeDocument/2006/relationships/image" Target="../media/image34.png"/><Relationship Id="rId72" Type="http://schemas.openxmlformats.org/officeDocument/2006/relationships/customXml" Target="../ink/ink45.xml"/><Relationship Id="rId3" Type="http://schemas.openxmlformats.org/officeDocument/2006/relationships/image" Target="../media/image10.png"/><Relationship Id="rId12" Type="http://schemas.openxmlformats.org/officeDocument/2006/relationships/customXml" Target="../ink/ink15.xml"/><Relationship Id="rId17" Type="http://schemas.openxmlformats.org/officeDocument/2006/relationships/image" Target="../media/image17.png"/><Relationship Id="rId25" Type="http://schemas.openxmlformats.org/officeDocument/2006/relationships/image" Target="../media/image21.png"/><Relationship Id="rId33" Type="http://schemas.openxmlformats.org/officeDocument/2006/relationships/image" Target="../media/image25.png"/><Relationship Id="rId38" Type="http://schemas.openxmlformats.org/officeDocument/2006/relationships/customXml" Target="../ink/ink28.xml"/><Relationship Id="rId46" Type="http://schemas.openxmlformats.org/officeDocument/2006/relationships/customXml" Target="../ink/ink32.xml"/><Relationship Id="rId59" Type="http://schemas.openxmlformats.org/officeDocument/2006/relationships/image" Target="../media/image38.png"/><Relationship Id="rId67" Type="http://schemas.openxmlformats.org/officeDocument/2006/relationships/image" Target="../media/image42.png"/><Relationship Id="rId20" Type="http://schemas.openxmlformats.org/officeDocument/2006/relationships/customXml" Target="../ink/ink19.xml"/><Relationship Id="rId41" Type="http://schemas.openxmlformats.org/officeDocument/2006/relationships/image" Target="../media/image29.png"/><Relationship Id="rId54" Type="http://schemas.openxmlformats.org/officeDocument/2006/relationships/customXml" Target="../ink/ink36.xml"/><Relationship Id="rId62" Type="http://schemas.openxmlformats.org/officeDocument/2006/relationships/customXml" Target="../ink/ink40.xml"/><Relationship Id="rId70" Type="http://schemas.openxmlformats.org/officeDocument/2006/relationships/customXml" Target="../ink/ink44.xml"/><Relationship Id="rId75"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customXml" Target="../ink/ink12.xml"/><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23.xml"/><Relationship Id="rId36" Type="http://schemas.openxmlformats.org/officeDocument/2006/relationships/customXml" Target="../ink/ink27.xml"/><Relationship Id="rId49" Type="http://schemas.openxmlformats.org/officeDocument/2006/relationships/image" Target="../media/image33.png"/><Relationship Id="rId57" Type="http://schemas.openxmlformats.org/officeDocument/2006/relationships/image" Target="../media/image37.png"/><Relationship Id="rId10" Type="http://schemas.openxmlformats.org/officeDocument/2006/relationships/customXml" Target="../ink/ink14.xml"/><Relationship Id="rId31" Type="http://schemas.openxmlformats.org/officeDocument/2006/relationships/image" Target="../media/image24.png"/><Relationship Id="rId44" Type="http://schemas.openxmlformats.org/officeDocument/2006/relationships/customXml" Target="../ink/ink31.xml"/><Relationship Id="rId52" Type="http://schemas.openxmlformats.org/officeDocument/2006/relationships/customXml" Target="../ink/ink35.xml"/><Relationship Id="rId60" Type="http://schemas.openxmlformats.org/officeDocument/2006/relationships/customXml" Target="../ink/ink39.xml"/><Relationship Id="rId65" Type="http://schemas.openxmlformats.org/officeDocument/2006/relationships/image" Target="../media/image41.png"/><Relationship Id="rId73" Type="http://schemas.openxmlformats.org/officeDocument/2006/relationships/image" Target="../media/image45.png"/><Relationship Id="rId78" Type="http://schemas.openxmlformats.org/officeDocument/2006/relationships/customXml" Target="../ink/ink48.xml"/><Relationship Id="rId4" Type="http://schemas.openxmlformats.org/officeDocument/2006/relationships/customXml" Target="../ink/ink11.xml"/><Relationship Id="rId9" Type="http://schemas.openxmlformats.org/officeDocument/2006/relationships/image" Target="../media/image13.png"/><Relationship Id="rId13" Type="http://schemas.openxmlformats.org/officeDocument/2006/relationships/image" Target="../media/image15.png"/><Relationship Id="rId18" Type="http://schemas.openxmlformats.org/officeDocument/2006/relationships/customXml" Target="../ink/ink18.xml"/><Relationship Id="rId39" Type="http://schemas.openxmlformats.org/officeDocument/2006/relationships/image" Target="../media/image28.png"/><Relationship Id="rId34" Type="http://schemas.openxmlformats.org/officeDocument/2006/relationships/customXml" Target="../ink/ink26.xml"/><Relationship Id="rId50" Type="http://schemas.openxmlformats.org/officeDocument/2006/relationships/customXml" Target="../ink/ink34.xml"/><Relationship Id="rId55" Type="http://schemas.openxmlformats.org/officeDocument/2006/relationships/image" Target="../media/image36.png"/><Relationship Id="rId76" Type="http://schemas.openxmlformats.org/officeDocument/2006/relationships/customXml" Target="../ink/ink47.xml"/><Relationship Id="rId7" Type="http://schemas.openxmlformats.org/officeDocument/2006/relationships/image" Target="../media/image12.png"/><Relationship Id="rId71" Type="http://schemas.openxmlformats.org/officeDocument/2006/relationships/image" Target="../media/image44.png"/><Relationship Id="rId2" Type="http://schemas.openxmlformats.org/officeDocument/2006/relationships/customXml" Target="../ink/ink10.xml"/><Relationship Id="rId2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customXml" Target="../ink/ink54.xml"/><Relationship Id="rId18" Type="http://schemas.openxmlformats.org/officeDocument/2006/relationships/image" Target="../media/image56.png"/><Relationship Id="rId3" Type="http://schemas.openxmlformats.org/officeDocument/2006/relationships/customXml" Target="../ink/ink49.xml"/><Relationship Id="rId7" Type="http://schemas.openxmlformats.org/officeDocument/2006/relationships/customXml" Target="../ink/ink51.xml"/><Relationship Id="rId12" Type="http://schemas.openxmlformats.org/officeDocument/2006/relationships/image" Target="../media/image53.png"/><Relationship Id="rId17" Type="http://schemas.openxmlformats.org/officeDocument/2006/relationships/customXml" Target="../ink/ink56.xml"/><Relationship Id="rId2" Type="http://schemas.openxmlformats.org/officeDocument/2006/relationships/image" Target="../media/image1.emf"/><Relationship Id="rId16" Type="http://schemas.openxmlformats.org/officeDocument/2006/relationships/image" Target="../media/image55.png"/><Relationship Id="rId1" Type="http://schemas.openxmlformats.org/officeDocument/2006/relationships/slideLayout" Target="../slideLayouts/slideLayout9.xml"/><Relationship Id="rId6" Type="http://schemas.openxmlformats.org/officeDocument/2006/relationships/image" Target="../media/image50.png"/><Relationship Id="rId11" Type="http://schemas.openxmlformats.org/officeDocument/2006/relationships/customXml" Target="../ink/ink53.xml"/><Relationship Id="rId5" Type="http://schemas.openxmlformats.org/officeDocument/2006/relationships/customXml" Target="../ink/ink50.xml"/><Relationship Id="rId15" Type="http://schemas.openxmlformats.org/officeDocument/2006/relationships/customXml" Target="../ink/ink55.xml"/><Relationship Id="rId10" Type="http://schemas.openxmlformats.org/officeDocument/2006/relationships/image" Target="../media/image52.png"/><Relationship Id="rId4" Type="http://schemas.openxmlformats.org/officeDocument/2006/relationships/image" Target="../media/image49.png"/><Relationship Id="rId9" Type="http://schemas.openxmlformats.org/officeDocument/2006/relationships/customXml" Target="../ink/ink52.xml"/><Relationship Id="rId14" Type="http://schemas.openxmlformats.org/officeDocument/2006/relationships/image" Target="../media/image54.png"/></Relationships>
</file>

<file path=ppt/slides/_rels/slide5.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59.png"/><Relationship Id="rId2" Type="http://schemas.openxmlformats.org/officeDocument/2006/relationships/customXml" Target="../ink/ink57.xml"/><Relationship Id="rId1" Type="http://schemas.openxmlformats.org/officeDocument/2006/relationships/slideLayout" Target="../slideLayouts/slideLayout2.xml"/><Relationship Id="rId6" Type="http://schemas.openxmlformats.org/officeDocument/2006/relationships/customXml" Target="../ink/ink59.xml"/><Relationship Id="rId5" Type="http://schemas.openxmlformats.org/officeDocument/2006/relationships/image" Target="../media/image58.png"/><Relationship Id="rId4" Type="http://schemas.openxmlformats.org/officeDocument/2006/relationships/customXml" Target="../ink/ink58.xml"/></Relationships>
</file>

<file path=ppt/slides/_rels/slide6.xml.rels><?xml version="1.0" encoding="UTF-8" standalone="yes"?>
<Relationships xmlns="http://schemas.openxmlformats.org/package/2006/relationships"><Relationship Id="rId13" Type="http://schemas.openxmlformats.org/officeDocument/2006/relationships/image" Target="../media/image65.png"/><Relationship Id="rId18" Type="http://schemas.openxmlformats.org/officeDocument/2006/relationships/customXml" Target="../ink/ink68.xml"/><Relationship Id="rId26" Type="http://schemas.openxmlformats.org/officeDocument/2006/relationships/customXml" Target="../ink/ink72.xml"/><Relationship Id="rId21" Type="http://schemas.openxmlformats.org/officeDocument/2006/relationships/image" Target="../media/image69.png"/><Relationship Id="rId34" Type="http://schemas.openxmlformats.org/officeDocument/2006/relationships/customXml" Target="../ink/ink76.xml"/><Relationship Id="rId7" Type="http://schemas.openxmlformats.org/officeDocument/2006/relationships/image" Target="../media/image62.png"/><Relationship Id="rId12" Type="http://schemas.openxmlformats.org/officeDocument/2006/relationships/customXml" Target="../ink/ink65.xml"/><Relationship Id="rId17" Type="http://schemas.openxmlformats.org/officeDocument/2006/relationships/image" Target="../media/image67.png"/><Relationship Id="rId25" Type="http://schemas.openxmlformats.org/officeDocument/2006/relationships/image" Target="../media/image71.png"/><Relationship Id="rId33" Type="http://schemas.openxmlformats.org/officeDocument/2006/relationships/image" Target="../media/image75.png"/><Relationship Id="rId2" Type="http://schemas.openxmlformats.org/officeDocument/2006/relationships/customXml" Target="../ink/ink60.xml"/><Relationship Id="rId16" Type="http://schemas.openxmlformats.org/officeDocument/2006/relationships/customXml" Target="../ink/ink67.xml"/><Relationship Id="rId20" Type="http://schemas.openxmlformats.org/officeDocument/2006/relationships/customXml" Target="../ink/ink69.xml"/><Relationship Id="rId29"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customXml" Target="../ink/ink62.xml"/><Relationship Id="rId11" Type="http://schemas.openxmlformats.org/officeDocument/2006/relationships/image" Target="../media/image64.png"/><Relationship Id="rId24" Type="http://schemas.openxmlformats.org/officeDocument/2006/relationships/customXml" Target="../ink/ink71.xml"/><Relationship Id="rId32" Type="http://schemas.openxmlformats.org/officeDocument/2006/relationships/customXml" Target="../ink/ink75.xml"/><Relationship Id="rId37" Type="http://schemas.openxmlformats.org/officeDocument/2006/relationships/image" Target="../media/image77.png"/><Relationship Id="rId5" Type="http://schemas.openxmlformats.org/officeDocument/2006/relationships/image" Target="../media/image61.png"/><Relationship Id="rId15" Type="http://schemas.openxmlformats.org/officeDocument/2006/relationships/image" Target="../media/image66.png"/><Relationship Id="rId23" Type="http://schemas.openxmlformats.org/officeDocument/2006/relationships/image" Target="../media/image70.png"/><Relationship Id="rId28" Type="http://schemas.openxmlformats.org/officeDocument/2006/relationships/customXml" Target="../ink/ink73.xml"/><Relationship Id="rId36" Type="http://schemas.openxmlformats.org/officeDocument/2006/relationships/customXml" Target="../ink/ink77.xml"/><Relationship Id="rId10" Type="http://schemas.openxmlformats.org/officeDocument/2006/relationships/customXml" Target="../ink/ink64.xml"/><Relationship Id="rId19" Type="http://schemas.openxmlformats.org/officeDocument/2006/relationships/image" Target="../media/image68.png"/><Relationship Id="rId31" Type="http://schemas.openxmlformats.org/officeDocument/2006/relationships/image" Target="../media/image74.png"/><Relationship Id="rId4" Type="http://schemas.openxmlformats.org/officeDocument/2006/relationships/customXml" Target="../ink/ink61.xml"/><Relationship Id="rId9" Type="http://schemas.openxmlformats.org/officeDocument/2006/relationships/image" Target="../media/image63.png"/><Relationship Id="rId14" Type="http://schemas.openxmlformats.org/officeDocument/2006/relationships/customXml" Target="../ink/ink66.xml"/><Relationship Id="rId22" Type="http://schemas.openxmlformats.org/officeDocument/2006/relationships/customXml" Target="../ink/ink70.xml"/><Relationship Id="rId27" Type="http://schemas.openxmlformats.org/officeDocument/2006/relationships/image" Target="../media/image72.png"/><Relationship Id="rId30" Type="http://schemas.openxmlformats.org/officeDocument/2006/relationships/customXml" Target="../ink/ink74.xml"/><Relationship Id="rId35" Type="http://schemas.openxmlformats.org/officeDocument/2006/relationships/image" Target="../media/image76.png"/><Relationship Id="rId8" Type="http://schemas.openxmlformats.org/officeDocument/2006/relationships/customXml" Target="../ink/ink63.xml"/><Relationship Id="rId3"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customXml" Target="../ink/ink81.xml"/><Relationship Id="rId13" Type="http://schemas.openxmlformats.org/officeDocument/2006/relationships/image" Target="../media/image83.png"/><Relationship Id="rId18" Type="http://schemas.openxmlformats.org/officeDocument/2006/relationships/customXml" Target="../ink/ink86.xml"/><Relationship Id="rId3" Type="http://schemas.openxmlformats.org/officeDocument/2006/relationships/image" Target="../media/image78.png"/><Relationship Id="rId21" Type="http://schemas.openxmlformats.org/officeDocument/2006/relationships/image" Target="../media/image87.png"/><Relationship Id="rId7" Type="http://schemas.openxmlformats.org/officeDocument/2006/relationships/image" Target="../media/image80.png"/><Relationship Id="rId12" Type="http://schemas.openxmlformats.org/officeDocument/2006/relationships/customXml" Target="../ink/ink83.xml"/><Relationship Id="rId17" Type="http://schemas.openxmlformats.org/officeDocument/2006/relationships/image" Target="../media/image85.png"/><Relationship Id="rId2" Type="http://schemas.openxmlformats.org/officeDocument/2006/relationships/customXml" Target="../ink/ink78.xml"/><Relationship Id="rId16" Type="http://schemas.openxmlformats.org/officeDocument/2006/relationships/customXml" Target="../ink/ink85.xml"/><Relationship Id="rId20" Type="http://schemas.openxmlformats.org/officeDocument/2006/relationships/customXml" Target="../ink/ink87.xml"/><Relationship Id="rId1" Type="http://schemas.openxmlformats.org/officeDocument/2006/relationships/slideLayout" Target="../slideLayouts/slideLayout2.xml"/><Relationship Id="rId6" Type="http://schemas.openxmlformats.org/officeDocument/2006/relationships/customXml" Target="../ink/ink80.xml"/><Relationship Id="rId11" Type="http://schemas.openxmlformats.org/officeDocument/2006/relationships/image" Target="../media/image82.png"/><Relationship Id="rId5" Type="http://schemas.openxmlformats.org/officeDocument/2006/relationships/image" Target="../media/image79.png"/><Relationship Id="rId15" Type="http://schemas.openxmlformats.org/officeDocument/2006/relationships/image" Target="../media/image84.png"/><Relationship Id="rId10" Type="http://schemas.openxmlformats.org/officeDocument/2006/relationships/customXml" Target="../ink/ink82.xml"/><Relationship Id="rId19" Type="http://schemas.openxmlformats.org/officeDocument/2006/relationships/image" Target="../media/image86.png"/><Relationship Id="rId4" Type="http://schemas.openxmlformats.org/officeDocument/2006/relationships/customXml" Target="../ink/ink79.xml"/><Relationship Id="rId9" Type="http://schemas.openxmlformats.org/officeDocument/2006/relationships/image" Target="../media/image81.png"/><Relationship Id="rId14" Type="http://schemas.openxmlformats.org/officeDocument/2006/relationships/customXml" Target="../ink/ink84.xml"/></Relationships>
</file>

<file path=ppt/slides/_rels/slide8.xml.rels><?xml version="1.0" encoding="UTF-8" standalone="yes"?>
<Relationships xmlns="http://schemas.openxmlformats.org/package/2006/relationships"><Relationship Id="rId26" Type="http://schemas.openxmlformats.org/officeDocument/2006/relationships/image" Target="../media/image100.png"/><Relationship Id="rId21" Type="http://schemas.openxmlformats.org/officeDocument/2006/relationships/customXml" Target="../ink/ink97.xml"/><Relationship Id="rId42" Type="http://schemas.openxmlformats.org/officeDocument/2006/relationships/image" Target="../media/image108.png"/><Relationship Id="rId47" Type="http://schemas.openxmlformats.org/officeDocument/2006/relationships/customXml" Target="../ink/ink110.xml"/><Relationship Id="rId63" Type="http://schemas.openxmlformats.org/officeDocument/2006/relationships/customXml" Target="../ink/ink118.xml"/><Relationship Id="rId68" Type="http://schemas.openxmlformats.org/officeDocument/2006/relationships/image" Target="../media/image121.png"/><Relationship Id="rId16" Type="http://schemas.openxmlformats.org/officeDocument/2006/relationships/image" Target="../media/image95.png"/><Relationship Id="rId11" Type="http://schemas.openxmlformats.org/officeDocument/2006/relationships/customXml" Target="../ink/ink92.xml"/><Relationship Id="rId24" Type="http://schemas.openxmlformats.org/officeDocument/2006/relationships/image" Target="../media/image99.png"/><Relationship Id="rId32" Type="http://schemas.openxmlformats.org/officeDocument/2006/relationships/image" Target="../media/image103.png"/><Relationship Id="rId37" Type="http://schemas.openxmlformats.org/officeDocument/2006/relationships/customXml" Target="../ink/ink105.xml"/><Relationship Id="rId40" Type="http://schemas.openxmlformats.org/officeDocument/2006/relationships/image" Target="../media/image107.png"/><Relationship Id="rId45" Type="http://schemas.openxmlformats.org/officeDocument/2006/relationships/customXml" Target="../ink/ink109.xml"/><Relationship Id="rId53" Type="http://schemas.openxmlformats.org/officeDocument/2006/relationships/customXml" Target="../ink/ink113.xml"/><Relationship Id="rId58" Type="http://schemas.openxmlformats.org/officeDocument/2006/relationships/image" Target="../media/image116.png"/><Relationship Id="rId66" Type="http://schemas.openxmlformats.org/officeDocument/2006/relationships/image" Target="../media/image120.png"/><Relationship Id="rId74" Type="http://schemas.openxmlformats.org/officeDocument/2006/relationships/image" Target="../media/image124.png"/><Relationship Id="rId79" Type="http://schemas.openxmlformats.org/officeDocument/2006/relationships/customXml" Target="../ink/ink126.xml"/><Relationship Id="rId5" Type="http://schemas.openxmlformats.org/officeDocument/2006/relationships/customXml" Target="../ink/ink89.xml"/><Relationship Id="rId61" Type="http://schemas.openxmlformats.org/officeDocument/2006/relationships/customXml" Target="../ink/ink117.xml"/><Relationship Id="rId19" Type="http://schemas.openxmlformats.org/officeDocument/2006/relationships/customXml" Target="../ink/ink96.xml"/><Relationship Id="rId14" Type="http://schemas.openxmlformats.org/officeDocument/2006/relationships/image" Target="../media/image94.png"/><Relationship Id="rId22" Type="http://schemas.openxmlformats.org/officeDocument/2006/relationships/image" Target="../media/image98.png"/><Relationship Id="rId27" Type="http://schemas.openxmlformats.org/officeDocument/2006/relationships/customXml" Target="../ink/ink100.xml"/><Relationship Id="rId30" Type="http://schemas.openxmlformats.org/officeDocument/2006/relationships/image" Target="../media/image102.png"/><Relationship Id="rId35" Type="http://schemas.openxmlformats.org/officeDocument/2006/relationships/customXml" Target="../ink/ink104.xml"/><Relationship Id="rId43" Type="http://schemas.openxmlformats.org/officeDocument/2006/relationships/customXml" Target="../ink/ink108.xml"/><Relationship Id="rId48" Type="http://schemas.openxmlformats.org/officeDocument/2006/relationships/image" Target="../media/image111.png"/><Relationship Id="rId56" Type="http://schemas.openxmlformats.org/officeDocument/2006/relationships/image" Target="../media/image115.png"/><Relationship Id="rId64" Type="http://schemas.openxmlformats.org/officeDocument/2006/relationships/image" Target="../media/image119.png"/><Relationship Id="rId69" Type="http://schemas.openxmlformats.org/officeDocument/2006/relationships/customXml" Target="../ink/ink121.xml"/><Relationship Id="rId77" Type="http://schemas.openxmlformats.org/officeDocument/2006/relationships/customXml" Target="../ink/ink125.xml"/><Relationship Id="rId8" Type="http://schemas.openxmlformats.org/officeDocument/2006/relationships/image" Target="../media/image91.png"/><Relationship Id="rId51" Type="http://schemas.openxmlformats.org/officeDocument/2006/relationships/customXml" Target="../ink/ink112.xml"/><Relationship Id="rId72" Type="http://schemas.openxmlformats.org/officeDocument/2006/relationships/image" Target="../media/image123.png"/><Relationship Id="rId80" Type="http://schemas.openxmlformats.org/officeDocument/2006/relationships/image" Target="../media/image127.png"/><Relationship Id="rId3" Type="http://schemas.openxmlformats.org/officeDocument/2006/relationships/customXml" Target="../ink/ink88.xml"/><Relationship Id="rId12" Type="http://schemas.openxmlformats.org/officeDocument/2006/relationships/image" Target="../media/image93.png"/><Relationship Id="rId17" Type="http://schemas.openxmlformats.org/officeDocument/2006/relationships/customXml" Target="../ink/ink95.xml"/><Relationship Id="rId25" Type="http://schemas.openxmlformats.org/officeDocument/2006/relationships/customXml" Target="../ink/ink99.xml"/><Relationship Id="rId33" Type="http://schemas.openxmlformats.org/officeDocument/2006/relationships/customXml" Target="../ink/ink103.xml"/><Relationship Id="rId38" Type="http://schemas.openxmlformats.org/officeDocument/2006/relationships/image" Target="../media/image106.png"/><Relationship Id="rId46" Type="http://schemas.openxmlformats.org/officeDocument/2006/relationships/image" Target="../media/image110.png"/><Relationship Id="rId59" Type="http://schemas.openxmlformats.org/officeDocument/2006/relationships/customXml" Target="../ink/ink116.xml"/><Relationship Id="rId67" Type="http://schemas.openxmlformats.org/officeDocument/2006/relationships/customXml" Target="../ink/ink120.xml"/><Relationship Id="rId20" Type="http://schemas.openxmlformats.org/officeDocument/2006/relationships/image" Target="../media/image97.png"/><Relationship Id="rId41" Type="http://schemas.openxmlformats.org/officeDocument/2006/relationships/customXml" Target="../ink/ink107.xml"/><Relationship Id="rId54" Type="http://schemas.openxmlformats.org/officeDocument/2006/relationships/image" Target="../media/image114.png"/><Relationship Id="rId62" Type="http://schemas.openxmlformats.org/officeDocument/2006/relationships/image" Target="../media/image118.png"/><Relationship Id="rId70" Type="http://schemas.openxmlformats.org/officeDocument/2006/relationships/image" Target="../media/image122.png"/><Relationship Id="rId75" Type="http://schemas.openxmlformats.org/officeDocument/2006/relationships/customXml" Target="../ink/ink124.xml"/><Relationship Id="rId1" Type="http://schemas.openxmlformats.org/officeDocument/2006/relationships/slideLayout" Target="../slideLayouts/slideLayout2.xml"/><Relationship Id="rId6" Type="http://schemas.openxmlformats.org/officeDocument/2006/relationships/image" Target="../media/image90.png"/><Relationship Id="rId15" Type="http://schemas.openxmlformats.org/officeDocument/2006/relationships/customXml" Target="../ink/ink94.xml"/><Relationship Id="rId23" Type="http://schemas.openxmlformats.org/officeDocument/2006/relationships/customXml" Target="../ink/ink98.xml"/><Relationship Id="rId28" Type="http://schemas.openxmlformats.org/officeDocument/2006/relationships/image" Target="../media/image101.png"/><Relationship Id="rId36" Type="http://schemas.openxmlformats.org/officeDocument/2006/relationships/image" Target="../media/image105.png"/><Relationship Id="rId49" Type="http://schemas.openxmlformats.org/officeDocument/2006/relationships/customXml" Target="../ink/ink111.xml"/><Relationship Id="rId57" Type="http://schemas.openxmlformats.org/officeDocument/2006/relationships/customXml" Target="../ink/ink115.xml"/><Relationship Id="rId10" Type="http://schemas.openxmlformats.org/officeDocument/2006/relationships/image" Target="../media/image92.png"/><Relationship Id="rId31" Type="http://schemas.openxmlformats.org/officeDocument/2006/relationships/customXml" Target="../ink/ink102.xml"/><Relationship Id="rId44" Type="http://schemas.openxmlformats.org/officeDocument/2006/relationships/image" Target="../media/image109.png"/><Relationship Id="rId52" Type="http://schemas.openxmlformats.org/officeDocument/2006/relationships/image" Target="../media/image113.png"/><Relationship Id="rId60" Type="http://schemas.openxmlformats.org/officeDocument/2006/relationships/image" Target="../media/image117.png"/><Relationship Id="rId65" Type="http://schemas.openxmlformats.org/officeDocument/2006/relationships/customXml" Target="../ink/ink119.xml"/><Relationship Id="rId73" Type="http://schemas.openxmlformats.org/officeDocument/2006/relationships/customXml" Target="../ink/ink123.xml"/><Relationship Id="rId78" Type="http://schemas.openxmlformats.org/officeDocument/2006/relationships/image" Target="../media/image126.png"/><Relationship Id="rId4" Type="http://schemas.openxmlformats.org/officeDocument/2006/relationships/image" Target="../media/image89.png"/><Relationship Id="rId9" Type="http://schemas.openxmlformats.org/officeDocument/2006/relationships/customXml" Target="../ink/ink91.xml"/><Relationship Id="rId13" Type="http://schemas.openxmlformats.org/officeDocument/2006/relationships/customXml" Target="../ink/ink93.xml"/><Relationship Id="rId18" Type="http://schemas.openxmlformats.org/officeDocument/2006/relationships/image" Target="../media/image96.png"/><Relationship Id="rId39" Type="http://schemas.openxmlformats.org/officeDocument/2006/relationships/customXml" Target="../ink/ink106.xml"/><Relationship Id="rId34" Type="http://schemas.openxmlformats.org/officeDocument/2006/relationships/image" Target="../media/image104.png"/><Relationship Id="rId50" Type="http://schemas.openxmlformats.org/officeDocument/2006/relationships/image" Target="../media/image112.png"/><Relationship Id="rId55" Type="http://schemas.openxmlformats.org/officeDocument/2006/relationships/customXml" Target="../ink/ink114.xml"/><Relationship Id="rId76" Type="http://schemas.openxmlformats.org/officeDocument/2006/relationships/image" Target="../media/image125.png"/><Relationship Id="rId7" Type="http://schemas.openxmlformats.org/officeDocument/2006/relationships/customXml" Target="../ink/ink90.xml"/><Relationship Id="rId71" Type="http://schemas.openxmlformats.org/officeDocument/2006/relationships/customXml" Target="../ink/ink122.xml"/><Relationship Id="rId2" Type="http://schemas.openxmlformats.org/officeDocument/2006/relationships/image" Target="../media/image2.png"/><Relationship Id="rId29" Type="http://schemas.openxmlformats.org/officeDocument/2006/relationships/customXml" Target="../ink/ink10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customXml" Target="../ink/ink12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6" Type="http://schemas.openxmlformats.org/officeDocument/2006/relationships/image" Target="../media/image191.png"/><Relationship Id="rId21" Type="http://schemas.openxmlformats.org/officeDocument/2006/relationships/customXml" Target="../ink/ink137.xml"/><Relationship Id="rId42" Type="http://schemas.openxmlformats.org/officeDocument/2006/relationships/image" Target="../media/image198.png"/><Relationship Id="rId47" Type="http://schemas.openxmlformats.org/officeDocument/2006/relationships/customXml" Target="../ink/ink150.xml"/><Relationship Id="rId63" Type="http://schemas.openxmlformats.org/officeDocument/2006/relationships/customXml" Target="../ink/ink158.xml"/><Relationship Id="rId68" Type="http://schemas.openxmlformats.org/officeDocument/2006/relationships/image" Target="../media/image211.png"/><Relationship Id="rId84" Type="http://schemas.openxmlformats.org/officeDocument/2006/relationships/image" Target="../media/image219.png"/><Relationship Id="rId16" Type="http://schemas.openxmlformats.org/officeDocument/2006/relationships/image" Target="../media/image186.png"/><Relationship Id="rId11" Type="http://schemas.openxmlformats.org/officeDocument/2006/relationships/customXml" Target="../ink/ink132.xml"/><Relationship Id="rId32" Type="http://schemas.openxmlformats.org/officeDocument/2006/relationships/image" Target="../media/image193.png"/><Relationship Id="rId37" Type="http://schemas.openxmlformats.org/officeDocument/2006/relationships/customXml" Target="../ink/ink145.xml"/><Relationship Id="rId53" Type="http://schemas.openxmlformats.org/officeDocument/2006/relationships/customXml" Target="../ink/ink153.xml"/><Relationship Id="rId58" Type="http://schemas.openxmlformats.org/officeDocument/2006/relationships/image" Target="../media/image206.png"/><Relationship Id="rId74" Type="http://schemas.openxmlformats.org/officeDocument/2006/relationships/image" Target="../media/image214.png"/><Relationship Id="rId79" Type="http://schemas.openxmlformats.org/officeDocument/2006/relationships/customXml" Target="../ink/ink166.xml"/><Relationship Id="rId5" Type="http://schemas.openxmlformats.org/officeDocument/2006/relationships/customXml" Target="../ink/ink129.xml"/><Relationship Id="rId19" Type="http://schemas.openxmlformats.org/officeDocument/2006/relationships/customXml" Target="../ink/ink136.xml"/><Relationship Id="rId14" Type="http://schemas.openxmlformats.org/officeDocument/2006/relationships/image" Target="../media/image185.png"/><Relationship Id="rId22" Type="http://schemas.openxmlformats.org/officeDocument/2006/relationships/image" Target="../media/image189.png"/><Relationship Id="rId27" Type="http://schemas.openxmlformats.org/officeDocument/2006/relationships/customXml" Target="../ink/ink140.xml"/><Relationship Id="rId30" Type="http://schemas.openxmlformats.org/officeDocument/2006/relationships/image" Target="../media/image192.png"/><Relationship Id="rId35" Type="http://schemas.openxmlformats.org/officeDocument/2006/relationships/customXml" Target="../ink/ink144.xml"/><Relationship Id="rId43" Type="http://schemas.openxmlformats.org/officeDocument/2006/relationships/customXml" Target="../ink/ink148.xml"/><Relationship Id="rId48" Type="http://schemas.openxmlformats.org/officeDocument/2006/relationships/image" Target="../media/image201.png"/><Relationship Id="rId56" Type="http://schemas.openxmlformats.org/officeDocument/2006/relationships/image" Target="../media/image205.png"/><Relationship Id="rId64" Type="http://schemas.openxmlformats.org/officeDocument/2006/relationships/image" Target="../media/image209.png"/><Relationship Id="rId69" Type="http://schemas.openxmlformats.org/officeDocument/2006/relationships/customXml" Target="../ink/ink161.xml"/><Relationship Id="rId77" Type="http://schemas.openxmlformats.org/officeDocument/2006/relationships/customXml" Target="../ink/ink165.xml"/><Relationship Id="rId8" Type="http://schemas.openxmlformats.org/officeDocument/2006/relationships/image" Target="../media/image182.png"/><Relationship Id="rId51" Type="http://schemas.openxmlformats.org/officeDocument/2006/relationships/customXml" Target="../ink/ink152.xml"/><Relationship Id="rId72" Type="http://schemas.openxmlformats.org/officeDocument/2006/relationships/image" Target="../media/image213.png"/><Relationship Id="rId80" Type="http://schemas.openxmlformats.org/officeDocument/2006/relationships/image" Target="../media/image217.png"/><Relationship Id="rId85" Type="http://schemas.openxmlformats.org/officeDocument/2006/relationships/customXml" Target="../ink/ink169.xml"/><Relationship Id="rId3" Type="http://schemas.openxmlformats.org/officeDocument/2006/relationships/customXml" Target="../ink/ink128.xml"/><Relationship Id="rId12" Type="http://schemas.openxmlformats.org/officeDocument/2006/relationships/image" Target="../media/image184.png"/><Relationship Id="rId17" Type="http://schemas.openxmlformats.org/officeDocument/2006/relationships/customXml" Target="../ink/ink135.xml"/><Relationship Id="rId25" Type="http://schemas.openxmlformats.org/officeDocument/2006/relationships/customXml" Target="../ink/ink139.xml"/><Relationship Id="rId33" Type="http://schemas.openxmlformats.org/officeDocument/2006/relationships/customXml" Target="../ink/ink143.xml"/><Relationship Id="rId38" Type="http://schemas.openxmlformats.org/officeDocument/2006/relationships/image" Target="../media/image196.png"/><Relationship Id="rId46" Type="http://schemas.openxmlformats.org/officeDocument/2006/relationships/image" Target="../media/image200.png"/><Relationship Id="rId59" Type="http://schemas.openxmlformats.org/officeDocument/2006/relationships/customXml" Target="../ink/ink156.xml"/><Relationship Id="rId67" Type="http://schemas.openxmlformats.org/officeDocument/2006/relationships/customXml" Target="../ink/ink160.xml"/><Relationship Id="rId20" Type="http://schemas.openxmlformats.org/officeDocument/2006/relationships/image" Target="../media/image188.png"/><Relationship Id="rId41" Type="http://schemas.openxmlformats.org/officeDocument/2006/relationships/customXml" Target="../ink/ink147.xml"/><Relationship Id="rId54" Type="http://schemas.openxmlformats.org/officeDocument/2006/relationships/image" Target="../media/image204.png"/><Relationship Id="rId62" Type="http://schemas.openxmlformats.org/officeDocument/2006/relationships/image" Target="../media/image208.png"/><Relationship Id="rId70" Type="http://schemas.openxmlformats.org/officeDocument/2006/relationships/image" Target="../media/image212.png"/><Relationship Id="rId75" Type="http://schemas.openxmlformats.org/officeDocument/2006/relationships/customXml" Target="../ink/ink164.xml"/><Relationship Id="rId83" Type="http://schemas.openxmlformats.org/officeDocument/2006/relationships/customXml" Target="../ink/ink168.xml"/><Relationship Id="rId88"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181.png"/><Relationship Id="rId15" Type="http://schemas.openxmlformats.org/officeDocument/2006/relationships/customXml" Target="../ink/ink134.xml"/><Relationship Id="rId23" Type="http://schemas.openxmlformats.org/officeDocument/2006/relationships/customXml" Target="../ink/ink138.xml"/><Relationship Id="rId28" Type="http://schemas.openxmlformats.org/officeDocument/2006/relationships/image" Target="../media/image4.png"/><Relationship Id="rId36" Type="http://schemas.openxmlformats.org/officeDocument/2006/relationships/image" Target="../media/image195.png"/><Relationship Id="rId49" Type="http://schemas.openxmlformats.org/officeDocument/2006/relationships/customXml" Target="../ink/ink151.xml"/><Relationship Id="rId57" Type="http://schemas.openxmlformats.org/officeDocument/2006/relationships/customXml" Target="../ink/ink155.xml"/><Relationship Id="rId10" Type="http://schemas.openxmlformats.org/officeDocument/2006/relationships/image" Target="../media/image183.png"/><Relationship Id="rId31" Type="http://schemas.openxmlformats.org/officeDocument/2006/relationships/customXml" Target="../ink/ink142.xml"/><Relationship Id="rId44" Type="http://schemas.openxmlformats.org/officeDocument/2006/relationships/image" Target="../media/image199.png"/><Relationship Id="rId52" Type="http://schemas.openxmlformats.org/officeDocument/2006/relationships/image" Target="../media/image203.png"/><Relationship Id="rId60" Type="http://schemas.openxmlformats.org/officeDocument/2006/relationships/image" Target="../media/image207.png"/><Relationship Id="rId65" Type="http://schemas.openxmlformats.org/officeDocument/2006/relationships/customXml" Target="../ink/ink159.xml"/><Relationship Id="rId73" Type="http://schemas.openxmlformats.org/officeDocument/2006/relationships/customXml" Target="../ink/ink163.xml"/><Relationship Id="rId78" Type="http://schemas.openxmlformats.org/officeDocument/2006/relationships/image" Target="../media/image216.png"/><Relationship Id="rId81" Type="http://schemas.openxmlformats.org/officeDocument/2006/relationships/customXml" Target="../ink/ink167.xml"/><Relationship Id="rId86" Type="http://schemas.openxmlformats.org/officeDocument/2006/relationships/image" Target="../media/image220.png"/><Relationship Id="rId4" Type="http://schemas.openxmlformats.org/officeDocument/2006/relationships/image" Target="../media/image180.png"/><Relationship Id="rId9" Type="http://schemas.openxmlformats.org/officeDocument/2006/relationships/customXml" Target="../ink/ink131.xml"/><Relationship Id="rId13" Type="http://schemas.openxmlformats.org/officeDocument/2006/relationships/customXml" Target="../ink/ink133.xml"/><Relationship Id="rId18" Type="http://schemas.openxmlformats.org/officeDocument/2006/relationships/image" Target="../media/image187.png"/><Relationship Id="rId39" Type="http://schemas.openxmlformats.org/officeDocument/2006/relationships/customXml" Target="../ink/ink146.xml"/><Relationship Id="rId34" Type="http://schemas.openxmlformats.org/officeDocument/2006/relationships/image" Target="../media/image194.png"/><Relationship Id="rId50" Type="http://schemas.openxmlformats.org/officeDocument/2006/relationships/image" Target="../media/image202.png"/><Relationship Id="rId55" Type="http://schemas.openxmlformats.org/officeDocument/2006/relationships/customXml" Target="../ink/ink154.xml"/><Relationship Id="rId76" Type="http://schemas.openxmlformats.org/officeDocument/2006/relationships/image" Target="../media/image215.png"/><Relationship Id="rId7" Type="http://schemas.openxmlformats.org/officeDocument/2006/relationships/customXml" Target="../ink/ink130.xml"/><Relationship Id="rId71" Type="http://schemas.openxmlformats.org/officeDocument/2006/relationships/customXml" Target="../ink/ink162.xml"/><Relationship Id="rId2" Type="http://schemas.openxmlformats.org/officeDocument/2006/relationships/image" Target="../media/image48.png"/><Relationship Id="rId29" Type="http://schemas.openxmlformats.org/officeDocument/2006/relationships/customXml" Target="../ink/ink141.xml"/><Relationship Id="rId24" Type="http://schemas.openxmlformats.org/officeDocument/2006/relationships/image" Target="../media/image190.png"/><Relationship Id="rId40" Type="http://schemas.openxmlformats.org/officeDocument/2006/relationships/image" Target="../media/image197.png"/><Relationship Id="rId45" Type="http://schemas.openxmlformats.org/officeDocument/2006/relationships/customXml" Target="../ink/ink149.xml"/><Relationship Id="rId66" Type="http://schemas.openxmlformats.org/officeDocument/2006/relationships/image" Target="../media/image210.png"/><Relationship Id="rId87" Type="http://schemas.openxmlformats.org/officeDocument/2006/relationships/customXml" Target="../ink/ink170.xml"/><Relationship Id="rId61" Type="http://schemas.openxmlformats.org/officeDocument/2006/relationships/customXml" Target="../ink/ink157.xml"/><Relationship Id="rId82" Type="http://schemas.openxmlformats.org/officeDocument/2006/relationships/image" Target="../media/image2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image" Target="../media/image227.png"/><Relationship Id="rId18" Type="http://schemas.openxmlformats.org/officeDocument/2006/relationships/customXml" Target="../ink/ink179.xml"/><Relationship Id="rId26" Type="http://schemas.openxmlformats.org/officeDocument/2006/relationships/customXml" Target="../ink/ink183.xml"/><Relationship Id="rId3" Type="http://schemas.openxmlformats.org/officeDocument/2006/relationships/image" Target="../media/image222.png"/><Relationship Id="rId21" Type="http://schemas.openxmlformats.org/officeDocument/2006/relationships/image" Target="../media/image231.png"/><Relationship Id="rId7" Type="http://schemas.openxmlformats.org/officeDocument/2006/relationships/image" Target="../media/image224.png"/><Relationship Id="rId12" Type="http://schemas.openxmlformats.org/officeDocument/2006/relationships/customXml" Target="../ink/ink176.xml"/><Relationship Id="rId17" Type="http://schemas.openxmlformats.org/officeDocument/2006/relationships/image" Target="../media/image229.png"/><Relationship Id="rId25" Type="http://schemas.openxmlformats.org/officeDocument/2006/relationships/image" Target="../media/image233.png"/><Relationship Id="rId33" Type="http://schemas.openxmlformats.org/officeDocument/2006/relationships/image" Target="../media/image237.png"/><Relationship Id="rId2" Type="http://schemas.openxmlformats.org/officeDocument/2006/relationships/customXml" Target="../ink/ink171.xml"/><Relationship Id="rId16" Type="http://schemas.openxmlformats.org/officeDocument/2006/relationships/customXml" Target="../ink/ink178.xml"/><Relationship Id="rId20" Type="http://schemas.openxmlformats.org/officeDocument/2006/relationships/customXml" Target="../ink/ink180.xml"/><Relationship Id="rId29"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customXml" Target="../ink/ink173.xml"/><Relationship Id="rId11" Type="http://schemas.openxmlformats.org/officeDocument/2006/relationships/image" Target="../media/image226.png"/><Relationship Id="rId24" Type="http://schemas.openxmlformats.org/officeDocument/2006/relationships/customXml" Target="../ink/ink182.xml"/><Relationship Id="rId32" Type="http://schemas.openxmlformats.org/officeDocument/2006/relationships/customXml" Target="../ink/ink186.xml"/><Relationship Id="rId5" Type="http://schemas.openxmlformats.org/officeDocument/2006/relationships/image" Target="../media/image223.png"/><Relationship Id="rId15" Type="http://schemas.openxmlformats.org/officeDocument/2006/relationships/image" Target="../media/image228.png"/><Relationship Id="rId23" Type="http://schemas.openxmlformats.org/officeDocument/2006/relationships/image" Target="../media/image232.png"/><Relationship Id="rId28" Type="http://schemas.openxmlformats.org/officeDocument/2006/relationships/customXml" Target="../ink/ink184.xml"/><Relationship Id="rId10" Type="http://schemas.openxmlformats.org/officeDocument/2006/relationships/customXml" Target="../ink/ink175.xml"/><Relationship Id="rId19" Type="http://schemas.openxmlformats.org/officeDocument/2006/relationships/image" Target="../media/image230.png"/><Relationship Id="rId31" Type="http://schemas.openxmlformats.org/officeDocument/2006/relationships/image" Target="../media/image236.png"/><Relationship Id="rId4" Type="http://schemas.openxmlformats.org/officeDocument/2006/relationships/customXml" Target="../ink/ink172.xml"/><Relationship Id="rId9" Type="http://schemas.openxmlformats.org/officeDocument/2006/relationships/image" Target="../media/image225.png"/><Relationship Id="rId14" Type="http://schemas.openxmlformats.org/officeDocument/2006/relationships/customXml" Target="../ink/ink177.xml"/><Relationship Id="rId22" Type="http://schemas.openxmlformats.org/officeDocument/2006/relationships/customXml" Target="../ink/ink181.xml"/><Relationship Id="rId27" Type="http://schemas.openxmlformats.org/officeDocument/2006/relationships/image" Target="../media/image234.png"/><Relationship Id="rId30" Type="http://schemas.openxmlformats.org/officeDocument/2006/relationships/customXml" Target="../ink/ink185.xml"/><Relationship Id="rId8" Type="http://schemas.openxmlformats.org/officeDocument/2006/relationships/customXml" Target="../ink/ink174.xml"/></Relationships>
</file>

<file path=ppt/slides/_rels/slide17.xml.rels><?xml version="1.0" encoding="UTF-8" standalone="yes"?>
<Relationships xmlns="http://schemas.openxmlformats.org/package/2006/relationships"><Relationship Id="rId13" Type="http://schemas.openxmlformats.org/officeDocument/2006/relationships/image" Target="../media/image243.png"/><Relationship Id="rId18" Type="http://schemas.openxmlformats.org/officeDocument/2006/relationships/customXml" Target="../ink/ink195.xml"/><Relationship Id="rId26" Type="http://schemas.openxmlformats.org/officeDocument/2006/relationships/customXml" Target="../ink/ink199.xml"/><Relationship Id="rId3" Type="http://schemas.openxmlformats.org/officeDocument/2006/relationships/image" Target="../media/image238.png"/><Relationship Id="rId21" Type="http://schemas.openxmlformats.org/officeDocument/2006/relationships/image" Target="../media/image247.png"/><Relationship Id="rId34" Type="http://schemas.openxmlformats.org/officeDocument/2006/relationships/customXml" Target="../ink/ink203.xml"/><Relationship Id="rId7" Type="http://schemas.openxmlformats.org/officeDocument/2006/relationships/image" Target="../media/image240.png"/><Relationship Id="rId12" Type="http://schemas.openxmlformats.org/officeDocument/2006/relationships/customXml" Target="../ink/ink192.xml"/><Relationship Id="rId17" Type="http://schemas.openxmlformats.org/officeDocument/2006/relationships/image" Target="../media/image245.png"/><Relationship Id="rId25" Type="http://schemas.openxmlformats.org/officeDocument/2006/relationships/image" Target="../media/image249.png"/><Relationship Id="rId33" Type="http://schemas.openxmlformats.org/officeDocument/2006/relationships/image" Target="../media/image253.png"/><Relationship Id="rId2" Type="http://schemas.openxmlformats.org/officeDocument/2006/relationships/customXml" Target="../ink/ink187.xml"/><Relationship Id="rId16" Type="http://schemas.openxmlformats.org/officeDocument/2006/relationships/customXml" Target="../ink/ink194.xml"/><Relationship Id="rId20" Type="http://schemas.openxmlformats.org/officeDocument/2006/relationships/customXml" Target="../ink/ink196.xml"/><Relationship Id="rId29"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customXml" Target="../ink/ink189.xml"/><Relationship Id="rId11" Type="http://schemas.openxmlformats.org/officeDocument/2006/relationships/image" Target="../media/image242.png"/><Relationship Id="rId24" Type="http://schemas.openxmlformats.org/officeDocument/2006/relationships/customXml" Target="../ink/ink198.xml"/><Relationship Id="rId32" Type="http://schemas.openxmlformats.org/officeDocument/2006/relationships/customXml" Target="../ink/ink202.xml"/><Relationship Id="rId5" Type="http://schemas.openxmlformats.org/officeDocument/2006/relationships/image" Target="../media/image239.png"/><Relationship Id="rId15" Type="http://schemas.openxmlformats.org/officeDocument/2006/relationships/image" Target="../media/image244.png"/><Relationship Id="rId23" Type="http://schemas.openxmlformats.org/officeDocument/2006/relationships/image" Target="../media/image248.png"/><Relationship Id="rId28" Type="http://schemas.openxmlformats.org/officeDocument/2006/relationships/customXml" Target="../ink/ink200.xml"/><Relationship Id="rId10" Type="http://schemas.openxmlformats.org/officeDocument/2006/relationships/customXml" Target="../ink/ink191.xml"/><Relationship Id="rId19" Type="http://schemas.openxmlformats.org/officeDocument/2006/relationships/image" Target="../media/image246.png"/><Relationship Id="rId31" Type="http://schemas.openxmlformats.org/officeDocument/2006/relationships/image" Target="../media/image252.png"/><Relationship Id="rId4" Type="http://schemas.openxmlformats.org/officeDocument/2006/relationships/customXml" Target="../ink/ink188.xml"/><Relationship Id="rId9" Type="http://schemas.openxmlformats.org/officeDocument/2006/relationships/image" Target="../media/image241.png"/><Relationship Id="rId14" Type="http://schemas.openxmlformats.org/officeDocument/2006/relationships/customXml" Target="../ink/ink193.xml"/><Relationship Id="rId22" Type="http://schemas.openxmlformats.org/officeDocument/2006/relationships/customXml" Target="../ink/ink197.xml"/><Relationship Id="rId27" Type="http://schemas.openxmlformats.org/officeDocument/2006/relationships/image" Target="../media/image250.png"/><Relationship Id="rId30" Type="http://schemas.openxmlformats.org/officeDocument/2006/relationships/customXml" Target="../ink/ink201.xml"/><Relationship Id="rId35" Type="http://schemas.openxmlformats.org/officeDocument/2006/relationships/image" Target="../media/image254.png"/><Relationship Id="rId8" Type="http://schemas.openxmlformats.org/officeDocument/2006/relationships/customXml" Target="../ink/ink190.xml"/></Relationships>
</file>

<file path=ppt/slides/_rels/slide18.xml.rels><?xml version="1.0" encoding="UTF-8" standalone="yes"?>
<Relationships xmlns="http://schemas.openxmlformats.org/package/2006/relationships"><Relationship Id="rId26" Type="http://schemas.openxmlformats.org/officeDocument/2006/relationships/customXml" Target="../ink/ink216.xml"/><Relationship Id="rId21" Type="http://schemas.openxmlformats.org/officeDocument/2006/relationships/image" Target="../media/image264.png"/><Relationship Id="rId42" Type="http://schemas.openxmlformats.org/officeDocument/2006/relationships/customXml" Target="../ink/ink224.xml"/><Relationship Id="rId47" Type="http://schemas.openxmlformats.org/officeDocument/2006/relationships/image" Target="../media/image277.png"/><Relationship Id="rId63" Type="http://schemas.openxmlformats.org/officeDocument/2006/relationships/image" Target="../media/image285.png"/><Relationship Id="rId68" Type="http://schemas.openxmlformats.org/officeDocument/2006/relationships/customXml" Target="../ink/ink237.xml"/><Relationship Id="rId7" Type="http://schemas.openxmlformats.org/officeDocument/2006/relationships/image" Target="../media/image257.png"/><Relationship Id="rId2" Type="http://schemas.openxmlformats.org/officeDocument/2006/relationships/customXml" Target="../ink/ink204.xml"/><Relationship Id="rId16" Type="http://schemas.openxmlformats.org/officeDocument/2006/relationships/customXml" Target="../ink/ink211.xml"/><Relationship Id="rId29" Type="http://schemas.openxmlformats.org/officeDocument/2006/relationships/image" Target="../media/image268.png"/><Relationship Id="rId11" Type="http://schemas.openxmlformats.org/officeDocument/2006/relationships/image" Target="../media/image259.png"/><Relationship Id="rId24" Type="http://schemas.openxmlformats.org/officeDocument/2006/relationships/customXml" Target="../ink/ink215.xml"/><Relationship Id="rId32" Type="http://schemas.openxmlformats.org/officeDocument/2006/relationships/customXml" Target="../ink/ink219.xml"/><Relationship Id="rId37" Type="http://schemas.openxmlformats.org/officeDocument/2006/relationships/image" Target="../media/image272.png"/><Relationship Id="rId40" Type="http://schemas.openxmlformats.org/officeDocument/2006/relationships/customXml" Target="../ink/ink223.xml"/><Relationship Id="rId45" Type="http://schemas.openxmlformats.org/officeDocument/2006/relationships/image" Target="../media/image276.png"/><Relationship Id="rId53" Type="http://schemas.openxmlformats.org/officeDocument/2006/relationships/image" Target="../media/image280.png"/><Relationship Id="rId58" Type="http://schemas.openxmlformats.org/officeDocument/2006/relationships/customXml" Target="../ink/ink232.xml"/><Relationship Id="rId66" Type="http://schemas.openxmlformats.org/officeDocument/2006/relationships/customXml" Target="../ink/ink236.xml"/><Relationship Id="rId5" Type="http://schemas.openxmlformats.org/officeDocument/2006/relationships/image" Target="../media/image256.png"/><Relationship Id="rId61" Type="http://schemas.openxmlformats.org/officeDocument/2006/relationships/image" Target="../media/image284.png"/><Relationship Id="rId19" Type="http://schemas.openxmlformats.org/officeDocument/2006/relationships/image" Target="../media/image263.png"/><Relationship Id="rId14" Type="http://schemas.openxmlformats.org/officeDocument/2006/relationships/customXml" Target="../ink/ink210.xml"/><Relationship Id="rId22" Type="http://schemas.openxmlformats.org/officeDocument/2006/relationships/customXml" Target="../ink/ink214.xml"/><Relationship Id="rId27" Type="http://schemas.openxmlformats.org/officeDocument/2006/relationships/image" Target="../media/image267.png"/><Relationship Id="rId30" Type="http://schemas.openxmlformats.org/officeDocument/2006/relationships/customXml" Target="../ink/ink218.xml"/><Relationship Id="rId35" Type="http://schemas.openxmlformats.org/officeDocument/2006/relationships/image" Target="../media/image271.png"/><Relationship Id="rId43" Type="http://schemas.openxmlformats.org/officeDocument/2006/relationships/image" Target="../media/image275.png"/><Relationship Id="rId48" Type="http://schemas.openxmlformats.org/officeDocument/2006/relationships/customXml" Target="../ink/ink227.xml"/><Relationship Id="rId56" Type="http://schemas.openxmlformats.org/officeDocument/2006/relationships/customXml" Target="../ink/ink231.xml"/><Relationship Id="rId64" Type="http://schemas.openxmlformats.org/officeDocument/2006/relationships/customXml" Target="../ink/ink235.xml"/><Relationship Id="rId69" Type="http://schemas.openxmlformats.org/officeDocument/2006/relationships/image" Target="../media/image288.png"/><Relationship Id="rId8" Type="http://schemas.openxmlformats.org/officeDocument/2006/relationships/customXml" Target="../ink/ink207.xml"/><Relationship Id="rId51" Type="http://schemas.openxmlformats.org/officeDocument/2006/relationships/image" Target="../media/image279.png"/><Relationship Id="rId3" Type="http://schemas.openxmlformats.org/officeDocument/2006/relationships/image" Target="../media/image255.png"/><Relationship Id="rId12" Type="http://schemas.openxmlformats.org/officeDocument/2006/relationships/customXml" Target="../ink/ink209.xml"/><Relationship Id="rId17" Type="http://schemas.openxmlformats.org/officeDocument/2006/relationships/image" Target="../media/image262.png"/><Relationship Id="rId25" Type="http://schemas.openxmlformats.org/officeDocument/2006/relationships/image" Target="../media/image266.png"/><Relationship Id="rId33" Type="http://schemas.openxmlformats.org/officeDocument/2006/relationships/image" Target="../media/image270.png"/><Relationship Id="rId38" Type="http://schemas.openxmlformats.org/officeDocument/2006/relationships/customXml" Target="../ink/ink222.xml"/><Relationship Id="rId46" Type="http://schemas.openxmlformats.org/officeDocument/2006/relationships/customXml" Target="../ink/ink226.xml"/><Relationship Id="rId59" Type="http://schemas.openxmlformats.org/officeDocument/2006/relationships/image" Target="../media/image283.png"/><Relationship Id="rId67" Type="http://schemas.openxmlformats.org/officeDocument/2006/relationships/image" Target="../media/image287.png"/><Relationship Id="rId20" Type="http://schemas.openxmlformats.org/officeDocument/2006/relationships/customXml" Target="../ink/ink213.xml"/><Relationship Id="rId41" Type="http://schemas.openxmlformats.org/officeDocument/2006/relationships/image" Target="../media/image274.png"/><Relationship Id="rId54" Type="http://schemas.openxmlformats.org/officeDocument/2006/relationships/customXml" Target="../ink/ink230.xml"/><Relationship Id="rId62" Type="http://schemas.openxmlformats.org/officeDocument/2006/relationships/customXml" Target="../ink/ink234.xml"/><Relationship Id="rId1" Type="http://schemas.openxmlformats.org/officeDocument/2006/relationships/slideLayout" Target="../slideLayouts/slideLayout2.xml"/><Relationship Id="rId6" Type="http://schemas.openxmlformats.org/officeDocument/2006/relationships/customXml" Target="../ink/ink206.xml"/><Relationship Id="rId15" Type="http://schemas.openxmlformats.org/officeDocument/2006/relationships/image" Target="../media/image261.png"/><Relationship Id="rId23" Type="http://schemas.openxmlformats.org/officeDocument/2006/relationships/image" Target="../media/image265.png"/><Relationship Id="rId28" Type="http://schemas.openxmlformats.org/officeDocument/2006/relationships/customXml" Target="../ink/ink217.xml"/><Relationship Id="rId36" Type="http://schemas.openxmlformats.org/officeDocument/2006/relationships/customXml" Target="../ink/ink221.xml"/><Relationship Id="rId49" Type="http://schemas.openxmlformats.org/officeDocument/2006/relationships/image" Target="../media/image278.png"/><Relationship Id="rId57" Type="http://schemas.openxmlformats.org/officeDocument/2006/relationships/image" Target="../media/image282.png"/><Relationship Id="rId10" Type="http://schemas.openxmlformats.org/officeDocument/2006/relationships/customXml" Target="../ink/ink208.xml"/><Relationship Id="rId31" Type="http://schemas.openxmlformats.org/officeDocument/2006/relationships/image" Target="../media/image269.png"/><Relationship Id="rId44" Type="http://schemas.openxmlformats.org/officeDocument/2006/relationships/customXml" Target="../ink/ink225.xml"/><Relationship Id="rId52" Type="http://schemas.openxmlformats.org/officeDocument/2006/relationships/customXml" Target="../ink/ink229.xml"/><Relationship Id="rId60" Type="http://schemas.openxmlformats.org/officeDocument/2006/relationships/customXml" Target="../ink/ink233.xml"/><Relationship Id="rId65" Type="http://schemas.openxmlformats.org/officeDocument/2006/relationships/image" Target="../media/image286.png"/><Relationship Id="rId4" Type="http://schemas.openxmlformats.org/officeDocument/2006/relationships/customXml" Target="../ink/ink205.xml"/><Relationship Id="rId9" Type="http://schemas.openxmlformats.org/officeDocument/2006/relationships/image" Target="../media/image258.png"/><Relationship Id="rId13" Type="http://schemas.openxmlformats.org/officeDocument/2006/relationships/image" Target="../media/image260.png"/><Relationship Id="rId18" Type="http://schemas.openxmlformats.org/officeDocument/2006/relationships/customXml" Target="../ink/ink212.xml"/><Relationship Id="rId39" Type="http://schemas.openxmlformats.org/officeDocument/2006/relationships/image" Target="../media/image273.png"/><Relationship Id="rId34" Type="http://schemas.openxmlformats.org/officeDocument/2006/relationships/customXml" Target="../ink/ink220.xml"/><Relationship Id="rId50" Type="http://schemas.openxmlformats.org/officeDocument/2006/relationships/customXml" Target="../ink/ink228.xml"/><Relationship Id="rId55" Type="http://schemas.openxmlformats.org/officeDocument/2006/relationships/image" Target="../media/image281.png"/></Relationships>
</file>

<file path=ppt/slides/_rels/slide19.xml.rels><?xml version="1.0" encoding="UTF-8" standalone="yes"?>
<Relationships xmlns="http://schemas.openxmlformats.org/package/2006/relationships"><Relationship Id="rId8" Type="http://schemas.openxmlformats.org/officeDocument/2006/relationships/customXml" Target="../ink/ink241.xml"/><Relationship Id="rId13" Type="http://schemas.openxmlformats.org/officeDocument/2006/relationships/image" Target="../media/image293.png"/><Relationship Id="rId18" Type="http://schemas.openxmlformats.org/officeDocument/2006/relationships/customXml" Target="../ink/ink246.xml"/><Relationship Id="rId3" Type="http://schemas.openxmlformats.org/officeDocument/2006/relationships/image" Target="../media/image289.png"/><Relationship Id="rId21" Type="http://schemas.openxmlformats.org/officeDocument/2006/relationships/image" Target="../media/image296.png"/><Relationship Id="rId7" Type="http://schemas.openxmlformats.org/officeDocument/2006/relationships/image" Target="../media/image291.png"/><Relationship Id="rId12" Type="http://schemas.openxmlformats.org/officeDocument/2006/relationships/customXml" Target="../ink/ink243.xml"/><Relationship Id="rId17" Type="http://schemas.openxmlformats.org/officeDocument/2006/relationships/image" Target="../media/image294.png"/><Relationship Id="rId2" Type="http://schemas.openxmlformats.org/officeDocument/2006/relationships/customXml" Target="../ink/ink238.xml"/><Relationship Id="rId16" Type="http://schemas.openxmlformats.org/officeDocument/2006/relationships/customXml" Target="../ink/ink245.xml"/><Relationship Id="rId20" Type="http://schemas.openxmlformats.org/officeDocument/2006/relationships/customXml" Target="../ink/ink247.xml"/><Relationship Id="rId1" Type="http://schemas.openxmlformats.org/officeDocument/2006/relationships/slideLayout" Target="../slideLayouts/slideLayout2.xml"/><Relationship Id="rId6" Type="http://schemas.openxmlformats.org/officeDocument/2006/relationships/customXml" Target="../ink/ink240.xml"/><Relationship Id="rId11" Type="http://schemas.openxmlformats.org/officeDocument/2006/relationships/image" Target="../media/image292.png"/><Relationship Id="rId5" Type="http://schemas.openxmlformats.org/officeDocument/2006/relationships/image" Target="../media/image290.png"/><Relationship Id="rId15" Type="http://schemas.openxmlformats.org/officeDocument/2006/relationships/image" Target="../media/image5.png"/><Relationship Id="rId10" Type="http://schemas.openxmlformats.org/officeDocument/2006/relationships/customXml" Target="../ink/ink242.xml"/><Relationship Id="rId19" Type="http://schemas.openxmlformats.org/officeDocument/2006/relationships/image" Target="../media/image295.png"/><Relationship Id="rId4" Type="http://schemas.openxmlformats.org/officeDocument/2006/relationships/customXml" Target="../ink/ink239.xml"/><Relationship Id="rId9" Type="http://schemas.openxmlformats.org/officeDocument/2006/relationships/image" Target="../media/image4.png"/><Relationship Id="rId14" Type="http://schemas.openxmlformats.org/officeDocument/2006/relationships/customXml" Target="../ink/ink244.xml"/></Relationships>
</file>

<file path=ppt/slides/_rels/slide20.xml.rels><?xml version="1.0" encoding="UTF-8" standalone="yes"?>
<Relationships xmlns="http://schemas.openxmlformats.org/package/2006/relationships"><Relationship Id="rId8" Type="http://schemas.openxmlformats.org/officeDocument/2006/relationships/customXml" Target="../ink/ink251.xml"/><Relationship Id="rId13" Type="http://schemas.openxmlformats.org/officeDocument/2006/relationships/image" Target="../media/image302.png"/><Relationship Id="rId18" Type="http://schemas.openxmlformats.org/officeDocument/2006/relationships/customXml" Target="../ink/ink256.xml"/><Relationship Id="rId26" Type="http://schemas.openxmlformats.org/officeDocument/2006/relationships/customXml" Target="../ink/ink260.xml"/><Relationship Id="rId3" Type="http://schemas.openxmlformats.org/officeDocument/2006/relationships/image" Target="../media/image297.png"/><Relationship Id="rId21" Type="http://schemas.openxmlformats.org/officeDocument/2006/relationships/image" Target="../media/image306.png"/><Relationship Id="rId7" Type="http://schemas.openxmlformats.org/officeDocument/2006/relationships/image" Target="../media/image299.png"/><Relationship Id="rId12" Type="http://schemas.openxmlformats.org/officeDocument/2006/relationships/customXml" Target="../ink/ink253.xml"/><Relationship Id="rId17" Type="http://schemas.openxmlformats.org/officeDocument/2006/relationships/image" Target="../media/image304.png"/><Relationship Id="rId25" Type="http://schemas.openxmlformats.org/officeDocument/2006/relationships/image" Target="../media/image308.png"/><Relationship Id="rId2" Type="http://schemas.openxmlformats.org/officeDocument/2006/relationships/customXml" Target="../ink/ink248.xml"/><Relationship Id="rId16" Type="http://schemas.openxmlformats.org/officeDocument/2006/relationships/customXml" Target="../ink/ink255.xml"/><Relationship Id="rId20" Type="http://schemas.openxmlformats.org/officeDocument/2006/relationships/customXml" Target="../ink/ink257.xml"/><Relationship Id="rId29"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customXml" Target="../ink/ink250.xml"/><Relationship Id="rId11" Type="http://schemas.openxmlformats.org/officeDocument/2006/relationships/image" Target="../media/image301.png"/><Relationship Id="rId24" Type="http://schemas.openxmlformats.org/officeDocument/2006/relationships/customXml" Target="../ink/ink259.xml"/><Relationship Id="rId5" Type="http://schemas.openxmlformats.org/officeDocument/2006/relationships/image" Target="../media/image298.png"/><Relationship Id="rId15" Type="http://schemas.openxmlformats.org/officeDocument/2006/relationships/image" Target="../media/image303.png"/><Relationship Id="rId23" Type="http://schemas.openxmlformats.org/officeDocument/2006/relationships/image" Target="../media/image307.png"/><Relationship Id="rId28" Type="http://schemas.openxmlformats.org/officeDocument/2006/relationships/customXml" Target="../ink/ink261.xml"/><Relationship Id="rId10" Type="http://schemas.openxmlformats.org/officeDocument/2006/relationships/customXml" Target="../ink/ink252.xml"/><Relationship Id="rId19" Type="http://schemas.openxmlformats.org/officeDocument/2006/relationships/image" Target="../media/image305.png"/><Relationship Id="rId31" Type="http://schemas.openxmlformats.org/officeDocument/2006/relationships/image" Target="../media/image311.png"/><Relationship Id="rId4" Type="http://schemas.openxmlformats.org/officeDocument/2006/relationships/customXml" Target="../ink/ink249.xml"/><Relationship Id="rId9" Type="http://schemas.openxmlformats.org/officeDocument/2006/relationships/image" Target="../media/image300.png"/><Relationship Id="rId14" Type="http://schemas.openxmlformats.org/officeDocument/2006/relationships/customXml" Target="../ink/ink254.xml"/><Relationship Id="rId22" Type="http://schemas.openxmlformats.org/officeDocument/2006/relationships/customXml" Target="../ink/ink258.xml"/><Relationship Id="rId27" Type="http://schemas.openxmlformats.org/officeDocument/2006/relationships/image" Target="../media/image309.png"/><Relationship Id="rId30" Type="http://schemas.openxmlformats.org/officeDocument/2006/relationships/customXml" Target="../ink/ink262.xml"/></Relationships>
</file>

<file path=ppt/slides/_rels/slide2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customXml" Target="../ink/ink266.xml"/><Relationship Id="rId3" Type="http://schemas.openxmlformats.org/officeDocument/2006/relationships/image" Target="../media/image313.png"/><Relationship Id="rId7" Type="http://schemas.openxmlformats.org/officeDocument/2006/relationships/image" Target="../media/image314.png"/><Relationship Id="rId2" Type="http://schemas.openxmlformats.org/officeDocument/2006/relationships/customXml" Target="../ink/ink263.xml"/><Relationship Id="rId1" Type="http://schemas.openxmlformats.org/officeDocument/2006/relationships/slideLayout" Target="../slideLayouts/slideLayout2.xml"/><Relationship Id="rId6" Type="http://schemas.openxmlformats.org/officeDocument/2006/relationships/customXml" Target="../ink/ink265.xml"/><Relationship Id="rId11" Type="http://schemas.openxmlformats.org/officeDocument/2006/relationships/image" Target="../media/image316.png"/><Relationship Id="rId5" Type="http://schemas.openxmlformats.org/officeDocument/2006/relationships/image" Target="../media/image5.png"/><Relationship Id="rId10" Type="http://schemas.openxmlformats.org/officeDocument/2006/relationships/customXml" Target="../ink/ink267.xml"/><Relationship Id="rId4" Type="http://schemas.openxmlformats.org/officeDocument/2006/relationships/customXml" Target="../ink/ink264.xml"/><Relationship Id="rId9" Type="http://schemas.openxmlformats.org/officeDocument/2006/relationships/image" Target="../media/image3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dirty="0"/>
              <a:t>Database Development Lifecycle</a:t>
            </a:r>
          </a:p>
        </p:txBody>
      </p:sp>
      <p:sp>
        <p:nvSpPr>
          <p:cNvPr id="6" name="Subtitle 5"/>
          <p:cNvSpPr>
            <a:spLocks noGrp="1"/>
          </p:cNvSpPr>
          <p:nvPr>
            <p:ph type="subTitle" idx="1"/>
          </p:nvPr>
        </p:nvSpPr>
        <p:spPr/>
        <p:txBody>
          <a:bodyPr/>
          <a:lstStyle/>
          <a:p>
            <a:r>
              <a:rPr lang="en-US" dirty="0" smtClean="0"/>
              <a:t>Reading Assignment: </a:t>
            </a:r>
          </a:p>
          <a:p>
            <a:r>
              <a:rPr lang="en-US" dirty="0" smtClean="0"/>
              <a:t>Chapter 10: Database Development Lifecycle</a:t>
            </a: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1</a:t>
            </a:fld>
            <a:endParaRPr lang="en-US"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9DE9223-FEF1-48F2-AA2E-6D8E0903B83C}"/>
                  </a:ext>
                </a:extLst>
              </p14:cNvPr>
              <p14:cNvContentPartPr/>
              <p14:nvPr/>
            </p14:nvContentPartPr>
            <p14:xfrm>
              <a:off x="9749210" y="1942262"/>
              <a:ext cx="360" cy="360"/>
            </p14:xfrm>
          </p:contentPart>
        </mc:Choice>
        <mc:Fallback xmlns="">
          <p:pic>
            <p:nvPicPr>
              <p:cNvPr id="2" name="Ink 1">
                <a:extLst>
                  <a:ext uri="{FF2B5EF4-FFF2-40B4-BE49-F238E27FC236}">
                    <a16:creationId xmlns:a16="http://schemas.microsoft.com/office/drawing/2014/main" id="{A9DE9223-FEF1-48F2-AA2E-6D8E0903B83C}"/>
                  </a:ext>
                </a:extLst>
              </p:cNvPr>
              <p:cNvPicPr/>
              <p:nvPr/>
            </p:nvPicPr>
            <p:blipFill>
              <a:blip r:embed="rId3"/>
              <a:stretch>
                <a:fillRect/>
              </a:stretch>
            </p:blipFill>
            <p:spPr>
              <a:xfrm>
                <a:off x="9740210" y="19332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E5B492C-9BC9-49EF-87F3-5CA72E98B14C}"/>
                  </a:ext>
                </a:extLst>
              </p14:cNvPr>
              <p14:cNvContentPartPr/>
              <p14:nvPr/>
            </p14:nvContentPartPr>
            <p14:xfrm>
              <a:off x="9522211" y="4281902"/>
              <a:ext cx="360" cy="360"/>
            </p14:xfrm>
          </p:contentPart>
        </mc:Choice>
        <mc:Fallback xmlns="">
          <p:pic>
            <p:nvPicPr>
              <p:cNvPr id="3" name="Ink 2">
                <a:extLst>
                  <a:ext uri="{FF2B5EF4-FFF2-40B4-BE49-F238E27FC236}">
                    <a16:creationId xmlns:a16="http://schemas.microsoft.com/office/drawing/2014/main" id="{AE5B492C-9BC9-49EF-87F3-5CA72E98B14C}"/>
                  </a:ext>
                </a:extLst>
              </p:cNvPr>
              <p:cNvPicPr/>
              <p:nvPr/>
            </p:nvPicPr>
            <p:blipFill>
              <a:blip r:embed="rId3"/>
              <a:stretch>
                <a:fillRect/>
              </a:stretch>
            </p:blipFill>
            <p:spPr>
              <a:xfrm>
                <a:off x="9513211" y="42729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0CA2515-D3DF-4828-B9DA-CB595082D0A5}"/>
                  </a:ext>
                </a:extLst>
              </p14:cNvPr>
              <p14:cNvContentPartPr/>
              <p14:nvPr/>
            </p14:nvContentPartPr>
            <p14:xfrm>
              <a:off x="10013971" y="2516102"/>
              <a:ext cx="360" cy="360"/>
            </p14:xfrm>
          </p:contentPart>
        </mc:Choice>
        <mc:Fallback xmlns="">
          <p:pic>
            <p:nvPicPr>
              <p:cNvPr id="7" name="Ink 6">
                <a:extLst>
                  <a:ext uri="{FF2B5EF4-FFF2-40B4-BE49-F238E27FC236}">
                    <a16:creationId xmlns:a16="http://schemas.microsoft.com/office/drawing/2014/main" id="{90CA2515-D3DF-4828-B9DA-CB595082D0A5}"/>
                  </a:ext>
                </a:extLst>
              </p:cNvPr>
              <p:cNvPicPr/>
              <p:nvPr/>
            </p:nvPicPr>
            <p:blipFill>
              <a:blip r:embed="rId3"/>
              <a:stretch>
                <a:fillRect/>
              </a:stretch>
            </p:blipFill>
            <p:spPr>
              <a:xfrm>
                <a:off x="10005331" y="2507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44D0FEB-F300-41A4-B631-CCF1F638816F}"/>
                  </a:ext>
                </a:extLst>
              </p14:cNvPr>
              <p14:cNvContentPartPr/>
              <p14:nvPr/>
            </p14:nvContentPartPr>
            <p14:xfrm>
              <a:off x="10695091" y="2023982"/>
              <a:ext cx="360" cy="360"/>
            </p14:xfrm>
          </p:contentPart>
        </mc:Choice>
        <mc:Fallback xmlns="">
          <p:pic>
            <p:nvPicPr>
              <p:cNvPr id="8" name="Ink 7">
                <a:extLst>
                  <a:ext uri="{FF2B5EF4-FFF2-40B4-BE49-F238E27FC236}">
                    <a16:creationId xmlns:a16="http://schemas.microsoft.com/office/drawing/2014/main" id="{844D0FEB-F300-41A4-B631-CCF1F638816F}"/>
                  </a:ext>
                </a:extLst>
              </p:cNvPr>
              <p:cNvPicPr/>
              <p:nvPr/>
            </p:nvPicPr>
            <p:blipFill>
              <a:blip r:embed="rId3"/>
              <a:stretch>
                <a:fillRect/>
              </a:stretch>
            </p:blipFill>
            <p:spPr>
              <a:xfrm>
                <a:off x="10686451" y="2015342"/>
                <a:ext cx="18000" cy="180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599" cy="4601183"/>
          </a:xfrm>
        </p:spPr>
        <p:txBody>
          <a:bodyPr/>
          <a:lstStyle/>
          <a:p>
            <a:r>
              <a:rPr lang="en-US" dirty="0"/>
              <a:t>Information system</a:t>
            </a:r>
          </a:p>
        </p:txBody>
      </p:sp>
      <p:sp>
        <p:nvSpPr>
          <p:cNvPr id="3" name="Content Placeholder 2"/>
          <p:cNvSpPr>
            <a:spLocks noGrp="1"/>
          </p:cNvSpPr>
          <p:nvPr>
            <p:ph idx="1"/>
          </p:nvPr>
        </p:nvSpPr>
        <p:spPr>
          <a:xfrm>
            <a:off x="2590800" y="762000"/>
            <a:ext cx="6248399" cy="5334000"/>
          </a:xfrm>
        </p:spPr>
        <p:txBody>
          <a:bodyPr>
            <a:normAutofit/>
          </a:bodyPr>
          <a:lstStyle/>
          <a:p>
            <a:pPr marL="465138" indent="-465138" algn="just">
              <a:buFont typeface="Wingdings" pitchFamily="2" charset="2"/>
              <a:buChar char="§"/>
            </a:pPr>
            <a:r>
              <a:rPr lang="en-US" sz="2800" dirty="0"/>
              <a:t>The resources that enable the collection, management, control, and distribution of information throughout an organization.</a:t>
            </a:r>
          </a:p>
          <a:p>
            <a:pPr marL="465138" indent="-465138" algn="just"/>
            <a:r>
              <a:rPr lang="en-US" sz="2800" dirty="0"/>
              <a:t>A computer-based information system includes a database, database software, application software, computer hardware, and personnel using and developing the system.</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5B11C8C-B841-4780-9BDD-0FCB211FBB14}"/>
                  </a:ext>
                </a:extLst>
              </p14:cNvPr>
              <p14:cNvContentPartPr/>
              <p14:nvPr/>
            </p14:nvContentPartPr>
            <p14:xfrm>
              <a:off x="10064371" y="2112182"/>
              <a:ext cx="360" cy="360"/>
            </p14:xfrm>
          </p:contentPart>
        </mc:Choice>
        <mc:Fallback xmlns="">
          <p:pic>
            <p:nvPicPr>
              <p:cNvPr id="5" name="Ink 4">
                <a:extLst>
                  <a:ext uri="{FF2B5EF4-FFF2-40B4-BE49-F238E27FC236}">
                    <a16:creationId xmlns:a16="http://schemas.microsoft.com/office/drawing/2014/main" id="{15B11C8C-B841-4780-9BDD-0FCB211FBB14}"/>
                  </a:ext>
                </a:extLst>
              </p:cNvPr>
              <p:cNvPicPr/>
              <p:nvPr/>
            </p:nvPicPr>
            <p:blipFill>
              <a:blip r:embed="rId3"/>
              <a:stretch>
                <a:fillRect/>
              </a:stretch>
            </p:blipFill>
            <p:spPr>
              <a:xfrm>
                <a:off x="10055731" y="21035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B87E299-3DDB-4F85-8B13-7415E52B612B}"/>
                  </a:ext>
                </a:extLst>
              </p14:cNvPr>
              <p14:cNvContentPartPr/>
              <p14:nvPr/>
            </p14:nvContentPartPr>
            <p14:xfrm>
              <a:off x="3119611" y="2287142"/>
              <a:ext cx="5368320" cy="133200"/>
            </p14:xfrm>
          </p:contentPart>
        </mc:Choice>
        <mc:Fallback xmlns="">
          <p:pic>
            <p:nvPicPr>
              <p:cNvPr id="7" name="Ink 6">
                <a:extLst>
                  <a:ext uri="{FF2B5EF4-FFF2-40B4-BE49-F238E27FC236}">
                    <a16:creationId xmlns:a16="http://schemas.microsoft.com/office/drawing/2014/main" id="{7B87E299-3DDB-4F85-8B13-7415E52B612B}"/>
                  </a:ext>
                </a:extLst>
              </p:cNvPr>
              <p:cNvPicPr/>
              <p:nvPr/>
            </p:nvPicPr>
            <p:blipFill>
              <a:blip r:embed="rId5"/>
              <a:stretch>
                <a:fillRect/>
              </a:stretch>
            </p:blipFill>
            <p:spPr>
              <a:xfrm>
                <a:off x="3110971" y="2278142"/>
                <a:ext cx="5385960" cy="150840"/>
              </a:xfrm>
              <a:prstGeom prst="rect">
                <a:avLst/>
              </a:prstGeom>
            </p:spPr>
          </p:pic>
        </mc:Fallback>
      </mc:AlternateContent>
      <p:grpSp>
        <p:nvGrpSpPr>
          <p:cNvPr id="10" name="Group 9">
            <a:extLst>
              <a:ext uri="{FF2B5EF4-FFF2-40B4-BE49-F238E27FC236}">
                <a16:creationId xmlns:a16="http://schemas.microsoft.com/office/drawing/2014/main" id="{7903F202-2C02-41B2-8653-7C834B577727}"/>
              </a:ext>
            </a:extLst>
          </p:cNvPr>
          <p:cNvGrpSpPr/>
          <p:nvPr/>
        </p:nvGrpSpPr>
        <p:grpSpPr>
          <a:xfrm>
            <a:off x="3091531" y="2731022"/>
            <a:ext cx="5495400" cy="105480"/>
            <a:chOff x="3091531" y="2731022"/>
            <a:chExt cx="5495400" cy="10548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019F1898-89F5-421E-A178-A0892B124BE5}"/>
                    </a:ext>
                  </a:extLst>
                </p14:cNvPr>
                <p14:cNvContentPartPr/>
                <p14:nvPr/>
              </p14:nvContentPartPr>
              <p14:xfrm>
                <a:off x="3091531" y="2731022"/>
                <a:ext cx="76320" cy="24840"/>
              </p14:xfrm>
            </p:contentPart>
          </mc:Choice>
          <mc:Fallback xmlns="">
            <p:pic>
              <p:nvPicPr>
                <p:cNvPr id="8" name="Ink 7">
                  <a:extLst>
                    <a:ext uri="{FF2B5EF4-FFF2-40B4-BE49-F238E27FC236}">
                      <a16:creationId xmlns:a16="http://schemas.microsoft.com/office/drawing/2014/main" id="{019F1898-89F5-421E-A178-A0892B124BE5}"/>
                    </a:ext>
                  </a:extLst>
                </p:cNvPr>
                <p:cNvPicPr/>
                <p:nvPr/>
              </p:nvPicPr>
              <p:blipFill>
                <a:blip r:embed="rId7"/>
                <a:stretch>
                  <a:fillRect/>
                </a:stretch>
              </p:blipFill>
              <p:spPr>
                <a:xfrm>
                  <a:off x="3082531" y="2722022"/>
                  <a:ext cx="939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8BB8325D-59AC-4BBF-9E2B-929B5F865B24}"/>
                    </a:ext>
                  </a:extLst>
                </p14:cNvPr>
                <p14:cNvContentPartPr/>
                <p14:nvPr/>
              </p14:nvContentPartPr>
              <p14:xfrm>
                <a:off x="3445051" y="2781062"/>
                <a:ext cx="5141880" cy="55440"/>
              </p14:xfrm>
            </p:contentPart>
          </mc:Choice>
          <mc:Fallback xmlns="">
            <p:pic>
              <p:nvPicPr>
                <p:cNvPr id="9" name="Ink 8">
                  <a:extLst>
                    <a:ext uri="{FF2B5EF4-FFF2-40B4-BE49-F238E27FC236}">
                      <a16:creationId xmlns:a16="http://schemas.microsoft.com/office/drawing/2014/main" id="{8BB8325D-59AC-4BBF-9E2B-929B5F865B24}"/>
                    </a:ext>
                  </a:extLst>
                </p:cNvPr>
                <p:cNvPicPr/>
                <p:nvPr/>
              </p:nvPicPr>
              <p:blipFill>
                <a:blip r:embed="rId9"/>
                <a:stretch>
                  <a:fillRect/>
                </a:stretch>
              </p:blipFill>
              <p:spPr>
                <a:xfrm>
                  <a:off x="3436411" y="2772062"/>
                  <a:ext cx="5159520" cy="7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EDB09590-24E8-452B-8C26-CC6F82602743}"/>
                  </a:ext>
                </a:extLst>
              </p14:cNvPr>
              <p14:cNvContentPartPr/>
              <p14:nvPr/>
            </p14:nvContentPartPr>
            <p14:xfrm>
              <a:off x="3099451" y="3127022"/>
              <a:ext cx="4149720" cy="36000"/>
            </p14:xfrm>
          </p:contentPart>
        </mc:Choice>
        <mc:Fallback xmlns="">
          <p:pic>
            <p:nvPicPr>
              <p:cNvPr id="11" name="Ink 10">
                <a:extLst>
                  <a:ext uri="{FF2B5EF4-FFF2-40B4-BE49-F238E27FC236}">
                    <a16:creationId xmlns:a16="http://schemas.microsoft.com/office/drawing/2014/main" id="{EDB09590-24E8-452B-8C26-CC6F82602743}"/>
                  </a:ext>
                </a:extLst>
              </p:cNvPr>
              <p:cNvPicPr/>
              <p:nvPr/>
            </p:nvPicPr>
            <p:blipFill>
              <a:blip r:embed="rId11"/>
              <a:stretch>
                <a:fillRect/>
              </a:stretch>
            </p:blipFill>
            <p:spPr>
              <a:xfrm>
                <a:off x="3090451" y="3118022"/>
                <a:ext cx="4167360" cy="5364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14600" cy="4601183"/>
          </a:xfrm>
        </p:spPr>
        <p:txBody>
          <a:bodyPr/>
          <a:lstStyle/>
          <a:p>
            <a:r>
              <a:rPr lang="en-US" dirty="0"/>
              <a:t>Information system</a:t>
            </a:r>
          </a:p>
        </p:txBody>
      </p:sp>
      <p:sp>
        <p:nvSpPr>
          <p:cNvPr id="3" name="Content Placeholder 2"/>
          <p:cNvSpPr>
            <a:spLocks noGrp="1"/>
          </p:cNvSpPr>
          <p:nvPr>
            <p:ph idx="1"/>
          </p:nvPr>
        </p:nvSpPr>
        <p:spPr>
          <a:xfrm>
            <a:off x="2590800" y="864108"/>
            <a:ext cx="6248400" cy="5120640"/>
          </a:xfrm>
        </p:spPr>
        <p:txBody>
          <a:bodyPr>
            <a:normAutofit/>
          </a:bodyPr>
          <a:lstStyle/>
          <a:p>
            <a:pPr marL="465138" indent="-465138" algn="just"/>
            <a:r>
              <a:rPr lang="en-US" sz="2800" dirty="0"/>
              <a:t>The database is a fundamental component of an information system, and its development and usage should be viewed from the perspective of the wider requirements of the organization.</a:t>
            </a:r>
          </a:p>
        </p:txBody>
      </p:sp>
      <p:sp>
        <p:nvSpPr>
          <p:cNvPr id="4" name="Slide Number Placeholder 3"/>
          <p:cNvSpPr>
            <a:spLocks noGrp="1"/>
          </p:cNvSpPr>
          <p:nvPr>
            <p:ph type="sldNum" sz="quarter" idx="12"/>
          </p:nvPr>
        </p:nvSpPr>
        <p:spPr/>
        <p:txBody>
          <a:bodyPr/>
          <a:lstStyle/>
          <a:p>
            <a:fld id="{4FCBA6A4-4AC1-4AE5-BF17-AC49EE4BA738}" type="slidenum">
              <a:rPr lang="en-US" smtClean="0"/>
              <a:pPr/>
              <a:t>3</a:t>
            </a:fld>
            <a:endParaRPr lang="en-US" dirty="0"/>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892CBB60-6A38-48EE-B21E-D45CA2FB1774}"/>
                  </a:ext>
                </a:extLst>
              </p14:cNvPr>
              <p14:cNvContentPartPr/>
              <p14:nvPr/>
            </p14:nvContentPartPr>
            <p14:xfrm>
              <a:off x="3428851" y="4657382"/>
              <a:ext cx="2489040" cy="23760"/>
            </p14:xfrm>
          </p:contentPart>
        </mc:Choice>
        <mc:Fallback xmlns="">
          <p:pic>
            <p:nvPicPr>
              <p:cNvPr id="12" name="Ink 11">
                <a:extLst>
                  <a:ext uri="{FF2B5EF4-FFF2-40B4-BE49-F238E27FC236}">
                    <a16:creationId xmlns:a16="http://schemas.microsoft.com/office/drawing/2014/main" id="{892CBB60-6A38-48EE-B21E-D45CA2FB1774}"/>
                  </a:ext>
                </a:extLst>
              </p:cNvPr>
              <p:cNvPicPr/>
              <p:nvPr/>
            </p:nvPicPr>
            <p:blipFill>
              <a:blip r:embed="rId3"/>
              <a:stretch>
                <a:fillRect/>
              </a:stretch>
            </p:blipFill>
            <p:spPr>
              <a:xfrm>
                <a:off x="3420211" y="4648382"/>
                <a:ext cx="2506680" cy="41400"/>
              </a:xfrm>
              <a:prstGeom prst="rect">
                <a:avLst/>
              </a:prstGeom>
            </p:spPr>
          </p:pic>
        </mc:Fallback>
      </mc:AlternateContent>
      <p:grpSp>
        <p:nvGrpSpPr>
          <p:cNvPr id="17" name="Group 16">
            <a:extLst>
              <a:ext uri="{FF2B5EF4-FFF2-40B4-BE49-F238E27FC236}">
                <a16:creationId xmlns:a16="http://schemas.microsoft.com/office/drawing/2014/main" id="{B2A992AA-A480-4AB6-AB40-21DE62AD9191}"/>
              </a:ext>
            </a:extLst>
          </p:cNvPr>
          <p:cNvGrpSpPr/>
          <p:nvPr/>
        </p:nvGrpSpPr>
        <p:grpSpPr>
          <a:xfrm>
            <a:off x="3038971" y="3561182"/>
            <a:ext cx="5678280" cy="990720"/>
            <a:chOff x="3038971" y="3561182"/>
            <a:chExt cx="5678280" cy="99072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69D654F-39AC-4F6D-8E53-15A21F478324}"/>
                    </a:ext>
                  </a:extLst>
                </p14:cNvPr>
                <p14:cNvContentPartPr/>
                <p14:nvPr/>
              </p14:nvContentPartPr>
              <p14:xfrm>
                <a:off x="4974331" y="3723542"/>
                <a:ext cx="2880" cy="12240"/>
              </p14:xfrm>
            </p:contentPart>
          </mc:Choice>
          <mc:Fallback xmlns="">
            <p:pic>
              <p:nvPicPr>
                <p:cNvPr id="5" name="Ink 4">
                  <a:extLst>
                    <a:ext uri="{FF2B5EF4-FFF2-40B4-BE49-F238E27FC236}">
                      <a16:creationId xmlns:a16="http://schemas.microsoft.com/office/drawing/2014/main" id="{669D654F-39AC-4F6D-8E53-15A21F478324}"/>
                    </a:ext>
                  </a:extLst>
                </p:cNvPr>
                <p:cNvPicPr/>
                <p:nvPr/>
              </p:nvPicPr>
              <p:blipFill>
                <a:blip r:embed="rId5"/>
                <a:stretch>
                  <a:fillRect/>
                </a:stretch>
              </p:blipFill>
              <p:spPr>
                <a:xfrm>
                  <a:off x="4965691" y="3714902"/>
                  <a:ext cx="205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AC7DE4D-8C2B-4EB9-810E-32304F92054A}"/>
                    </a:ext>
                  </a:extLst>
                </p14:cNvPr>
                <p14:cNvContentPartPr/>
                <p14:nvPr/>
              </p14:nvContentPartPr>
              <p14:xfrm>
                <a:off x="5234971" y="3798422"/>
                <a:ext cx="522720" cy="10800"/>
              </p14:xfrm>
            </p:contentPart>
          </mc:Choice>
          <mc:Fallback xmlns="">
            <p:pic>
              <p:nvPicPr>
                <p:cNvPr id="6" name="Ink 5">
                  <a:extLst>
                    <a:ext uri="{FF2B5EF4-FFF2-40B4-BE49-F238E27FC236}">
                      <a16:creationId xmlns:a16="http://schemas.microsoft.com/office/drawing/2014/main" id="{7AC7DE4D-8C2B-4EB9-810E-32304F92054A}"/>
                    </a:ext>
                  </a:extLst>
                </p:cNvPr>
                <p:cNvPicPr/>
                <p:nvPr/>
              </p:nvPicPr>
              <p:blipFill>
                <a:blip r:embed="rId7"/>
                <a:stretch>
                  <a:fillRect/>
                </a:stretch>
              </p:blipFill>
              <p:spPr>
                <a:xfrm>
                  <a:off x="5226331" y="3789422"/>
                  <a:ext cx="5403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5C667878-BFAB-49F3-B1F6-DED12DB10FAA}"/>
                    </a:ext>
                  </a:extLst>
                </p14:cNvPr>
                <p14:cNvContentPartPr/>
                <p14:nvPr/>
              </p14:nvContentPartPr>
              <p14:xfrm>
                <a:off x="6007891" y="3772502"/>
                <a:ext cx="1035720" cy="40680"/>
              </p14:xfrm>
            </p:contentPart>
          </mc:Choice>
          <mc:Fallback xmlns="">
            <p:pic>
              <p:nvPicPr>
                <p:cNvPr id="7" name="Ink 6">
                  <a:extLst>
                    <a:ext uri="{FF2B5EF4-FFF2-40B4-BE49-F238E27FC236}">
                      <a16:creationId xmlns:a16="http://schemas.microsoft.com/office/drawing/2014/main" id="{5C667878-BFAB-49F3-B1F6-DED12DB10FAA}"/>
                    </a:ext>
                  </a:extLst>
                </p:cNvPr>
                <p:cNvPicPr/>
                <p:nvPr/>
              </p:nvPicPr>
              <p:blipFill>
                <a:blip r:embed="rId9"/>
                <a:stretch>
                  <a:fillRect/>
                </a:stretch>
              </p:blipFill>
              <p:spPr>
                <a:xfrm>
                  <a:off x="5998891" y="3763862"/>
                  <a:ext cx="10533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03BB6042-0819-4C6E-8494-4A275D71A52A}"/>
                    </a:ext>
                  </a:extLst>
                </p14:cNvPr>
                <p14:cNvContentPartPr/>
                <p14:nvPr/>
              </p14:nvContentPartPr>
              <p14:xfrm>
                <a:off x="7297051" y="3780422"/>
                <a:ext cx="1015560" cy="36720"/>
              </p14:xfrm>
            </p:contentPart>
          </mc:Choice>
          <mc:Fallback xmlns="">
            <p:pic>
              <p:nvPicPr>
                <p:cNvPr id="8" name="Ink 7">
                  <a:extLst>
                    <a:ext uri="{FF2B5EF4-FFF2-40B4-BE49-F238E27FC236}">
                      <a16:creationId xmlns:a16="http://schemas.microsoft.com/office/drawing/2014/main" id="{03BB6042-0819-4C6E-8494-4A275D71A52A}"/>
                    </a:ext>
                  </a:extLst>
                </p:cNvPr>
                <p:cNvPicPr/>
                <p:nvPr/>
              </p:nvPicPr>
              <p:blipFill>
                <a:blip r:embed="rId11"/>
                <a:stretch>
                  <a:fillRect/>
                </a:stretch>
              </p:blipFill>
              <p:spPr>
                <a:xfrm>
                  <a:off x="7288411" y="3771782"/>
                  <a:ext cx="10332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DD347DC-ECCB-4B9F-9F2A-3AFF47F68EE9}"/>
                    </a:ext>
                  </a:extLst>
                </p14:cNvPr>
                <p14:cNvContentPartPr/>
                <p14:nvPr/>
              </p14:nvContentPartPr>
              <p14:xfrm>
                <a:off x="3168931" y="4230422"/>
                <a:ext cx="16560" cy="8280"/>
              </p14:xfrm>
            </p:contentPart>
          </mc:Choice>
          <mc:Fallback xmlns="">
            <p:pic>
              <p:nvPicPr>
                <p:cNvPr id="9" name="Ink 8">
                  <a:extLst>
                    <a:ext uri="{FF2B5EF4-FFF2-40B4-BE49-F238E27FC236}">
                      <a16:creationId xmlns:a16="http://schemas.microsoft.com/office/drawing/2014/main" id="{5DD347DC-ECCB-4B9F-9F2A-3AFF47F68EE9}"/>
                    </a:ext>
                  </a:extLst>
                </p:cNvPr>
                <p:cNvPicPr/>
                <p:nvPr/>
              </p:nvPicPr>
              <p:blipFill>
                <a:blip r:embed="rId13"/>
                <a:stretch>
                  <a:fillRect/>
                </a:stretch>
              </p:blipFill>
              <p:spPr>
                <a:xfrm>
                  <a:off x="3159931" y="4221422"/>
                  <a:ext cx="34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52DCBDF2-906D-4775-BAF0-DB896556CB86}"/>
                    </a:ext>
                  </a:extLst>
                </p14:cNvPr>
                <p14:cNvContentPartPr/>
                <p14:nvPr/>
              </p14:nvContentPartPr>
              <p14:xfrm>
                <a:off x="3428851" y="4242302"/>
                <a:ext cx="16920" cy="2880"/>
              </p14:xfrm>
            </p:contentPart>
          </mc:Choice>
          <mc:Fallback xmlns="">
            <p:pic>
              <p:nvPicPr>
                <p:cNvPr id="10" name="Ink 9">
                  <a:extLst>
                    <a:ext uri="{FF2B5EF4-FFF2-40B4-BE49-F238E27FC236}">
                      <a16:creationId xmlns:a16="http://schemas.microsoft.com/office/drawing/2014/main" id="{52DCBDF2-906D-4775-BAF0-DB896556CB86}"/>
                    </a:ext>
                  </a:extLst>
                </p:cNvPr>
                <p:cNvPicPr/>
                <p:nvPr/>
              </p:nvPicPr>
              <p:blipFill>
                <a:blip r:embed="rId15"/>
                <a:stretch>
                  <a:fillRect/>
                </a:stretch>
              </p:blipFill>
              <p:spPr>
                <a:xfrm>
                  <a:off x="3420211" y="4233662"/>
                  <a:ext cx="345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EF646F18-9B72-4C34-BC63-B39DEB3C7D2B}"/>
                    </a:ext>
                  </a:extLst>
                </p14:cNvPr>
                <p14:cNvContentPartPr/>
                <p14:nvPr/>
              </p14:nvContentPartPr>
              <p14:xfrm>
                <a:off x="3672931" y="4173182"/>
                <a:ext cx="4838400" cy="59400"/>
              </p14:xfrm>
            </p:contentPart>
          </mc:Choice>
          <mc:Fallback xmlns="">
            <p:pic>
              <p:nvPicPr>
                <p:cNvPr id="11" name="Ink 10">
                  <a:extLst>
                    <a:ext uri="{FF2B5EF4-FFF2-40B4-BE49-F238E27FC236}">
                      <a16:creationId xmlns:a16="http://schemas.microsoft.com/office/drawing/2014/main" id="{EF646F18-9B72-4C34-BC63-B39DEB3C7D2B}"/>
                    </a:ext>
                  </a:extLst>
                </p:cNvPr>
                <p:cNvPicPr/>
                <p:nvPr/>
              </p:nvPicPr>
              <p:blipFill>
                <a:blip r:embed="rId17"/>
                <a:stretch>
                  <a:fillRect/>
                </a:stretch>
              </p:blipFill>
              <p:spPr>
                <a:xfrm>
                  <a:off x="3664291" y="4164542"/>
                  <a:ext cx="485604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B1C0F602-E4EC-454C-AA2A-BDE8DFABA93B}"/>
                    </a:ext>
                  </a:extLst>
                </p14:cNvPr>
                <p14:cNvContentPartPr/>
                <p14:nvPr/>
              </p14:nvContentPartPr>
              <p14:xfrm>
                <a:off x="5405971" y="3780062"/>
                <a:ext cx="3311280" cy="105480"/>
              </p14:xfrm>
            </p:contentPart>
          </mc:Choice>
          <mc:Fallback xmlns="">
            <p:pic>
              <p:nvPicPr>
                <p:cNvPr id="14" name="Ink 13">
                  <a:extLst>
                    <a:ext uri="{FF2B5EF4-FFF2-40B4-BE49-F238E27FC236}">
                      <a16:creationId xmlns:a16="http://schemas.microsoft.com/office/drawing/2014/main" id="{B1C0F602-E4EC-454C-AA2A-BDE8DFABA93B}"/>
                    </a:ext>
                  </a:extLst>
                </p:cNvPr>
                <p:cNvPicPr/>
                <p:nvPr/>
              </p:nvPicPr>
              <p:blipFill>
                <a:blip r:embed="rId19"/>
                <a:stretch>
                  <a:fillRect/>
                </a:stretch>
              </p:blipFill>
              <p:spPr>
                <a:xfrm>
                  <a:off x="5396971" y="3771422"/>
                  <a:ext cx="3328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CAE58493-9AA7-464F-86D6-6C6213FCAA58}"/>
                    </a:ext>
                  </a:extLst>
                </p14:cNvPr>
                <p14:cNvContentPartPr/>
                <p14:nvPr/>
              </p14:nvContentPartPr>
              <p14:xfrm>
                <a:off x="3148411" y="3561182"/>
                <a:ext cx="1799280" cy="990720"/>
              </p14:xfrm>
            </p:contentPart>
          </mc:Choice>
          <mc:Fallback xmlns="">
            <p:pic>
              <p:nvPicPr>
                <p:cNvPr id="15" name="Ink 14">
                  <a:extLst>
                    <a:ext uri="{FF2B5EF4-FFF2-40B4-BE49-F238E27FC236}">
                      <a16:creationId xmlns:a16="http://schemas.microsoft.com/office/drawing/2014/main" id="{CAE58493-9AA7-464F-86D6-6C6213FCAA58}"/>
                    </a:ext>
                  </a:extLst>
                </p:cNvPr>
                <p:cNvPicPr/>
                <p:nvPr/>
              </p:nvPicPr>
              <p:blipFill>
                <a:blip r:embed="rId21"/>
                <a:stretch>
                  <a:fillRect/>
                </a:stretch>
              </p:blipFill>
              <p:spPr>
                <a:xfrm>
                  <a:off x="3139771" y="3552182"/>
                  <a:ext cx="1816920" cy="1008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E6EBFE9B-D909-4D6E-8DBD-0F001B116157}"/>
                    </a:ext>
                  </a:extLst>
                </p14:cNvPr>
                <p14:cNvContentPartPr/>
                <p14:nvPr/>
              </p14:nvContentPartPr>
              <p14:xfrm>
                <a:off x="3038971" y="3924782"/>
                <a:ext cx="337680" cy="605880"/>
              </p14:xfrm>
            </p:contentPart>
          </mc:Choice>
          <mc:Fallback xmlns="">
            <p:pic>
              <p:nvPicPr>
                <p:cNvPr id="16" name="Ink 15">
                  <a:extLst>
                    <a:ext uri="{FF2B5EF4-FFF2-40B4-BE49-F238E27FC236}">
                      <a16:creationId xmlns:a16="http://schemas.microsoft.com/office/drawing/2014/main" id="{E6EBFE9B-D909-4D6E-8DBD-0F001B116157}"/>
                    </a:ext>
                  </a:extLst>
                </p:cNvPr>
                <p:cNvPicPr/>
                <p:nvPr/>
              </p:nvPicPr>
              <p:blipFill>
                <a:blip r:embed="rId23"/>
                <a:stretch>
                  <a:fillRect/>
                </a:stretch>
              </p:blipFill>
              <p:spPr>
                <a:xfrm>
                  <a:off x="3029971" y="3916142"/>
                  <a:ext cx="355320" cy="623520"/>
                </a:xfrm>
                <a:prstGeom prst="rect">
                  <a:avLst/>
                </a:prstGeom>
              </p:spPr>
            </p:pic>
          </mc:Fallback>
        </mc:AlternateContent>
      </p:grpSp>
      <p:grpSp>
        <p:nvGrpSpPr>
          <p:cNvPr id="22" name="Group 21">
            <a:extLst>
              <a:ext uri="{FF2B5EF4-FFF2-40B4-BE49-F238E27FC236}">
                <a16:creationId xmlns:a16="http://schemas.microsoft.com/office/drawing/2014/main" id="{EC350B77-4B26-43BE-8D50-0503F01E73F2}"/>
              </a:ext>
            </a:extLst>
          </p:cNvPr>
          <p:cNvGrpSpPr/>
          <p:nvPr/>
        </p:nvGrpSpPr>
        <p:grpSpPr>
          <a:xfrm>
            <a:off x="4974331" y="3484502"/>
            <a:ext cx="3359160" cy="145440"/>
            <a:chOff x="4974331" y="3484502"/>
            <a:chExt cx="3359160" cy="145440"/>
          </a:xfrm>
        </p:grpSpPr>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68134187-98A0-4D33-BC57-4150AEA6A02B}"/>
                    </a:ext>
                  </a:extLst>
                </p14:cNvPr>
                <p14:cNvContentPartPr/>
                <p14:nvPr/>
              </p14:nvContentPartPr>
              <p14:xfrm>
                <a:off x="4974331" y="3484502"/>
                <a:ext cx="2880" cy="360"/>
              </p14:xfrm>
            </p:contentPart>
          </mc:Choice>
          <mc:Fallback xmlns="">
            <p:pic>
              <p:nvPicPr>
                <p:cNvPr id="18" name="Ink 17">
                  <a:extLst>
                    <a:ext uri="{FF2B5EF4-FFF2-40B4-BE49-F238E27FC236}">
                      <a16:creationId xmlns:a16="http://schemas.microsoft.com/office/drawing/2014/main" id="{68134187-98A0-4D33-BC57-4150AEA6A02B}"/>
                    </a:ext>
                  </a:extLst>
                </p:cNvPr>
                <p:cNvPicPr/>
                <p:nvPr/>
              </p:nvPicPr>
              <p:blipFill>
                <a:blip r:embed="rId25"/>
                <a:stretch>
                  <a:fillRect/>
                </a:stretch>
              </p:blipFill>
              <p:spPr>
                <a:xfrm>
                  <a:off x="4965691" y="3475862"/>
                  <a:ext cx="20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F3F1D2F4-7692-4BEF-AF2F-CB9FE5F814CD}"/>
                    </a:ext>
                  </a:extLst>
                </p14:cNvPr>
                <p14:cNvContentPartPr/>
                <p14:nvPr/>
              </p14:nvContentPartPr>
              <p14:xfrm>
                <a:off x="5234971" y="3505022"/>
                <a:ext cx="513000" cy="52920"/>
              </p14:xfrm>
            </p:contentPart>
          </mc:Choice>
          <mc:Fallback xmlns="">
            <p:pic>
              <p:nvPicPr>
                <p:cNvPr id="19" name="Ink 18">
                  <a:extLst>
                    <a:ext uri="{FF2B5EF4-FFF2-40B4-BE49-F238E27FC236}">
                      <a16:creationId xmlns:a16="http://schemas.microsoft.com/office/drawing/2014/main" id="{F3F1D2F4-7692-4BEF-AF2F-CB9FE5F814CD}"/>
                    </a:ext>
                  </a:extLst>
                </p:cNvPr>
                <p:cNvPicPr/>
                <p:nvPr/>
              </p:nvPicPr>
              <p:blipFill>
                <a:blip r:embed="rId27"/>
                <a:stretch>
                  <a:fillRect/>
                </a:stretch>
              </p:blipFill>
              <p:spPr>
                <a:xfrm>
                  <a:off x="5226331" y="3496022"/>
                  <a:ext cx="5306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36B434AA-9071-4A6C-86E8-546DB08B0442}"/>
                    </a:ext>
                  </a:extLst>
                </p14:cNvPr>
                <p14:cNvContentPartPr/>
                <p14:nvPr/>
              </p14:nvContentPartPr>
              <p14:xfrm>
                <a:off x="6007891" y="3541382"/>
                <a:ext cx="2095920" cy="88560"/>
              </p14:xfrm>
            </p:contentPart>
          </mc:Choice>
          <mc:Fallback xmlns="">
            <p:pic>
              <p:nvPicPr>
                <p:cNvPr id="20" name="Ink 19">
                  <a:extLst>
                    <a:ext uri="{FF2B5EF4-FFF2-40B4-BE49-F238E27FC236}">
                      <a16:creationId xmlns:a16="http://schemas.microsoft.com/office/drawing/2014/main" id="{36B434AA-9071-4A6C-86E8-546DB08B0442}"/>
                    </a:ext>
                  </a:extLst>
                </p:cNvPr>
                <p:cNvPicPr/>
                <p:nvPr/>
              </p:nvPicPr>
              <p:blipFill>
                <a:blip r:embed="rId29"/>
                <a:stretch>
                  <a:fillRect/>
                </a:stretch>
              </p:blipFill>
              <p:spPr>
                <a:xfrm>
                  <a:off x="5998891" y="3532742"/>
                  <a:ext cx="21135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D7D2842A-2FC5-41DC-8384-5C1BC9E59A1D}"/>
                    </a:ext>
                  </a:extLst>
                </p14:cNvPr>
                <p14:cNvContentPartPr/>
                <p14:nvPr/>
              </p14:nvContentPartPr>
              <p14:xfrm>
                <a:off x="8306131" y="3567302"/>
                <a:ext cx="27360" cy="2520"/>
              </p14:xfrm>
            </p:contentPart>
          </mc:Choice>
          <mc:Fallback xmlns="">
            <p:pic>
              <p:nvPicPr>
                <p:cNvPr id="21" name="Ink 20">
                  <a:extLst>
                    <a:ext uri="{FF2B5EF4-FFF2-40B4-BE49-F238E27FC236}">
                      <a16:creationId xmlns:a16="http://schemas.microsoft.com/office/drawing/2014/main" id="{D7D2842A-2FC5-41DC-8384-5C1BC9E59A1D}"/>
                    </a:ext>
                  </a:extLst>
                </p:cNvPr>
                <p:cNvPicPr/>
                <p:nvPr/>
              </p:nvPicPr>
              <p:blipFill>
                <a:blip r:embed="rId31"/>
                <a:stretch>
                  <a:fillRect/>
                </a:stretch>
              </p:blipFill>
              <p:spPr>
                <a:xfrm>
                  <a:off x="8297131" y="3558662"/>
                  <a:ext cx="45000" cy="20160"/>
                </a:xfrm>
                <a:prstGeom prst="rect">
                  <a:avLst/>
                </a:prstGeom>
              </p:spPr>
            </p:pic>
          </mc:Fallback>
        </mc:AlternateContent>
      </p:grpSp>
      <p:grpSp>
        <p:nvGrpSpPr>
          <p:cNvPr id="25" name="Group 24">
            <a:extLst>
              <a:ext uri="{FF2B5EF4-FFF2-40B4-BE49-F238E27FC236}">
                <a16:creationId xmlns:a16="http://schemas.microsoft.com/office/drawing/2014/main" id="{DD0A6C09-E9F4-435F-A8FB-180FB2541ABB}"/>
              </a:ext>
            </a:extLst>
          </p:cNvPr>
          <p:cNvGrpSpPr/>
          <p:nvPr/>
        </p:nvGrpSpPr>
        <p:grpSpPr>
          <a:xfrm>
            <a:off x="-2326829" y="1149542"/>
            <a:ext cx="3817440" cy="2802600"/>
            <a:chOff x="-2326829" y="1149542"/>
            <a:chExt cx="3817440" cy="2802600"/>
          </a:xfrm>
        </p:grpSpPr>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29465A2E-3DA9-4D6F-895D-469590D5EB91}"/>
                    </a:ext>
                  </a:extLst>
                </p14:cNvPr>
                <p14:cNvContentPartPr/>
                <p14:nvPr/>
              </p14:nvContentPartPr>
              <p14:xfrm>
                <a:off x="-2249429" y="1149542"/>
                <a:ext cx="3740040" cy="2802600"/>
              </p14:xfrm>
            </p:contentPart>
          </mc:Choice>
          <mc:Fallback xmlns="">
            <p:pic>
              <p:nvPicPr>
                <p:cNvPr id="23" name="Ink 22">
                  <a:extLst>
                    <a:ext uri="{FF2B5EF4-FFF2-40B4-BE49-F238E27FC236}">
                      <a16:creationId xmlns:a16="http://schemas.microsoft.com/office/drawing/2014/main" id="{29465A2E-3DA9-4D6F-895D-469590D5EB91}"/>
                    </a:ext>
                  </a:extLst>
                </p:cNvPr>
                <p:cNvPicPr/>
                <p:nvPr/>
              </p:nvPicPr>
              <p:blipFill>
                <a:blip r:embed="rId33"/>
                <a:stretch>
                  <a:fillRect/>
                </a:stretch>
              </p:blipFill>
              <p:spPr>
                <a:xfrm>
                  <a:off x="-2258069" y="1140902"/>
                  <a:ext cx="3757680" cy="2820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CDA766FB-014B-4AAE-A063-9D8FF1FA2E58}"/>
                    </a:ext>
                  </a:extLst>
                </p14:cNvPr>
                <p14:cNvContentPartPr/>
                <p14:nvPr/>
              </p14:nvContentPartPr>
              <p14:xfrm>
                <a:off x="-2326829" y="1366262"/>
                <a:ext cx="391320" cy="2560680"/>
              </p14:xfrm>
            </p:contentPart>
          </mc:Choice>
          <mc:Fallback xmlns="">
            <p:pic>
              <p:nvPicPr>
                <p:cNvPr id="24" name="Ink 23">
                  <a:extLst>
                    <a:ext uri="{FF2B5EF4-FFF2-40B4-BE49-F238E27FC236}">
                      <a16:creationId xmlns:a16="http://schemas.microsoft.com/office/drawing/2014/main" id="{CDA766FB-014B-4AAE-A063-9D8FF1FA2E58}"/>
                    </a:ext>
                  </a:extLst>
                </p:cNvPr>
                <p:cNvPicPr/>
                <p:nvPr/>
              </p:nvPicPr>
              <p:blipFill>
                <a:blip r:embed="rId35"/>
                <a:stretch>
                  <a:fillRect/>
                </a:stretch>
              </p:blipFill>
              <p:spPr>
                <a:xfrm>
                  <a:off x="-2335829" y="1357622"/>
                  <a:ext cx="408960" cy="2578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48B905CF-0222-4CCB-8E03-3BA9D5C55C96}"/>
                  </a:ext>
                </a:extLst>
              </p14:cNvPr>
              <p14:cNvContentPartPr/>
              <p14:nvPr/>
            </p14:nvContentPartPr>
            <p14:xfrm>
              <a:off x="-2007869" y="1438262"/>
              <a:ext cx="600120" cy="734040"/>
            </p14:xfrm>
          </p:contentPart>
        </mc:Choice>
        <mc:Fallback xmlns="">
          <p:pic>
            <p:nvPicPr>
              <p:cNvPr id="26" name="Ink 25">
                <a:extLst>
                  <a:ext uri="{FF2B5EF4-FFF2-40B4-BE49-F238E27FC236}">
                    <a16:creationId xmlns:a16="http://schemas.microsoft.com/office/drawing/2014/main" id="{48B905CF-0222-4CCB-8E03-3BA9D5C55C96}"/>
                  </a:ext>
                </a:extLst>
              </p:cNvPr>
              <p:cNvPicPr/>
              <p:nvPr/>
            </p:nvPicPr>
            <p:blipFill>
              <a:blip r:embed="rId37"/>
              <a:stretch>
                <a:fillRect/>
              </a:stretch>
            </p:blipFill>
            <p:spPr>
              <a:xfrm>
                <a:off x="-2016509" y="1429622"/>
                <a:ext cx="617760" cy="75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B53D9F61-640A-4E2A-AA0B-E02238B401A0}"/>
                  </a:ext>
                </a:extLst>
              </p14:cNvPr>
              <p14:cNvContentPartPr/>
              <p14:nvPr/>
            </p14:nvContentPartPr>
            <p14:xfrm>
              <a:off x="-774509" y="1535462"/>
              <a:ext cx="40680" cy="845280"/>
            </p14:xfrm>
          </p:contentPart>
        </mc:Choice>
        <mc:Fallback xmlns="">
          <p:pic>
            <p:nvPicPr>
              <p:cNvPr id="27" name="Ink 26">
                <a:extLst>
                  <a:ext uri="{FF2B5EF4-FFF2-40B4-BE49-F238E27FC236}">
                    <a16:creationId xmlns:a16="http://schemas.microsoft.com/office/drawing/2014/main" id="{B53D9F61-640A-4E2A-AA0B-E02238B401A0}"/>
                  </a:ext>
                </a:extLst>
              </p:cNvPr>
              <p:cNvPicPr/>
              <p:nvPr/>
            </p:nvPicPr>
            <p:blipFill>
              <a:blip r:embed="rId39"/>
              <a:stretch>
                <a:fillRect/>
              </a:stretch>
            </p:blipFill>
            <p:spPr>
              <a:xfrm>
                <a:off x="-783149" y="1526462"/>
                <a:ext cx="58320" cy="862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F5A622F0-C5BE-43D7-9B04-1C2971FE30DF}"/>
                  </a:ext>
                </a:extLst>
              </p14:cNvPr>
              <p14:cNvContentPartPr/>
              <p14:nvPr/>
            </p14:nvContentPartPr>
            <p14:xfrm>
              <a:off x="-691349" y="1450502"/>
              <a:ext cx="476280" cy="65160"/>
            </p14:xfrm>
          </p:contentPart>
        </mc:Choice>
        <mc:Fallback xmlns="">
          <p:pic>
            <p:nvPicPr>
              <p:cNvPr id="28" name="Ink 27">
                <a:extLst>
                  <a:ext uri="{FF2B5EF4-FFF2-40B4-BE49-F238E27FC236}">
                    <a16:creationId xmlns:a16="http://schemas.microsoft.com/office/drawing/2014/main" id="{F5A622F0-C5BE-43D7-9B04-1C2971FE30DF}"/>
                  </a:ext>
                </a:extLst>
              </p:cNvPr>
              <p:cNvPicPr/>
              <p:nvPr/>
            </p:nvPicPr>
            <p:blipFill>
              <a:blip r:embed="rId41"/>
              <a:stretch>
                <a:fillRect/>
              </a:stretch>
            </p:blipFill>
            <p:spPr>
              <a:xfrm>
                <a:off x="-700349" y="1441502"/>
                <a:ext cx="4939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E4F47478-B9CA-4F14-A3F5-FB7D023F0040}"/>
                  </a:ext>
                </a:extLst>
              </p14:cNvPr>
              <p14:cNvContentPartPr/>
              <p14:nvPr/>
            </p14:nvContentPartPr>
            <p14:xfrm>
              <a:off x="-630509" y="1950902"/>
              <a:ext cx="323640" cy="27000"/>
            </p14:xfrm>
          </p:contentPart>
        </mc:Choice>
        <mc:Fallback xmlns="">
          <p:pic>
            <p:nvPicPr>
              <p:cNvPr id="29" name="Ink 28">
                <a:extLst>
                  <a:ext uri="{FF2B5EF4-FFF2-40B4-BE49-F238E27FC236}">
                    <a16:creationId xmlns:a16="http://schemas.microsoft.com/office/drawing/2014/main" id="{E4F47478-B9CA-4F14-A3F5-FB7D023F0040}"/>
                  </a:ext>
                </a:extLst>
              </p:cNvPr>
              <p:cNvPicPr/>
              <p:nvPr/>
            </p:nvPicPr>
            <p:blipFill>
              <a:blip r:embed="rId43"/>
              <a:stretch>
                <a:fillRect/>
              </a:stretch>
            </p:blipFill>
            <p:spPr>
              <a:xfrm>
                <a:off x="-639149" y="1942262"/>
                <a:ext cx="3412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60F0160F-F0D6-46CC-BDAC-9BBF898B838C}"/>
                  </a:ext>
                </a:extLst>
              </p14:cNvPr>
              <p14:cNvContentPartPr/>
              <p14:nvPr/>
            </p14:nvContentPartPr>
            <p14:xfrm>
              <a:off x="-2021549" y="2611502"/>
              <a:ext cx="566280" cy="751680"/>
            </p14:xfrm>
          </p:contentPart>
        </mc:Choice>
        <mc:Fallback xmlns="">
          <p:pic>
            <p:nvPicPr>
              <p:cNvPr id="35" name="Ink 34">
                <a:extLst>
                  <a:ext uri="{FF2B5EF4-FFF2-40B4-BE49-F238E27FC236}">
                    <a16:creationId xmlns:a16="http://schemas.microsoft.com/office/drawing/2014/main" id="{60F0160F-F0D6-46CC-BDAC-9BBF898B838C}"/>
                  </a:ext>
                </a:extLst>
              </p:cNvPr>
              <p:cNvPicPr/>
              <p:nvPr/>
            </p:nvPicPr>
            <p:blipFill>
              <a:blip r:embed="rId45"/>
              <a:stretch>
                <a:fillRect/>
              </a:stretch>
            </p:blipFill>
            <p:spPr>
              <a:xfrm>
                <a:off x="-2030549" y="2602862"/>
                <a:ext cx="583920" cy="769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7EBDE6EC-74FB-4DDD-A13D-5BB4DFA9ED5F}"/>
                  </a:ext>
                </a:extLst>
              </p14:cNvPr>
              <p14:cNvContentPartPr/>
              <p14:nvPr/>
            </p14:nvContentPartPr>
            <p14:xfrm>
              <a:off x="-2017589" y="2988422"/>
              <a:ext cx="464760" cy="131400"/>
            </p14:xfrm>
          </p:contentPart>
        </mc:Choice>
        <mc:Fallback xmlns="">
          <p:pic>
            <p:nvPicPr>
              <p:cNvPr id="36" name="Ink 35">
                <a:extLst>
                  <a:ext uri="{FF2B5EF4-FFF2-40B4-BE49-F238E27FC236}">
                    <a16:creationId xmlns:a16="http://schemas.microsoft.com/office/drawing/2014/main" id="{7EBDE6EC-74FB-4DDD-A13D-5BB4DFA9ED5F}"/>
                  </a:ext>
                </a:extLst>
              </p:cNvPr>
              <p:cNvPicPr/>
              <p:nvPr/>
            </p:nvPicPr>
            <p:blipFill>
              <a:blip r:embed="rId47"/>
              <a:stretch>
                <a:fillRect/>
              </a:stretch>
            </p:blipFill>
            <p:spPr>
              <a:xfrm>
                <a:off x="-2026229" y="2979782"/>
                <a:ext cx="4824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BF73246A-E878-44A8-8C3D-2ADABD57E1B8}"/>
                  </a:ext>
                </a:extLst>
              </p14:cNvPr>
              <p14:cNvContentPartPr/>
              <p14:nvPr/>
            </p14:nvContentPartPr>
            <p14:xfrm>
              <a:off x="-807989" y="2568662"/>
              <a:ext cx="2880" cy="32760"/>
            </p14:xfrm>
          </p:contentPart>
        </mc:Choice>
        <mc:Fallback xmlns="">
          <p:pic>
            <p:nvPicPr>
              <p:cNvPr id="37" name="Ink 36">
                <a:extLst>
                  <a:ext uri="{FF2B5EF4-FFF2-40B4-BE49-F238E27FC236}">
                    <a16:creationId xmlns:a16="http://schemas.microsoft.com/office/drawing/2014/main" id="{BF73246A-E878-44A8-8C3D-2ADABD57E1B8}"/>
                  </a:ext>
                </a:extLst>
              </p:cNvPr>
              <p:cNvPicPr/>
              <p:nvPr/>
            </p:nvPicPr>
            <p:blipFill>
              <a:blip r:embed="rId49"/>
              <a:stretch>
                <a:fillRect/>
              </a:stretch>
            </p:blipFill>
            <p:spPr>
              <a:xfrm>
                <a:off x="-816629" y="2560022"/>
                <a:ext cx="205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8" name="Ink 37">
                <a:extLst>
                  <a:ext uri="{FF2B5EF4-FFF2-40B4-BE49-F238E27FC236}">
                    <a16:creationId xmlns:a16="http://schemas.microsoft.com/office/drawing/2014/main" id="{A0304C12-4232-4DC4-AD4A-EC4F3D8D004A}"/>
                  </a:ext>
                </a:extLst>
              </p14:cNvPr>
              <p14:cNvContentPartPr/>
              <p14:nvPr/>
            </p14:nvContentPartPr>
            <p14:xfrm>
              <a:off x="-950189" y="2576942"/>
              <a:ext cx="267120" cy="750600"/>
            </p14:xfrm>
          </p:contentPart>
        </mc:Choice>
        <mc:Fallback xmlns="">
          <p:pic>
            <p:nvPicPr>
              <p:cNvPr id="38" name="Ink 37">
                <a:extLst>
                  <a:ext uri="{FF2B5EF4-FFF2-40B4-BE49-F238E27FC236}">
                    <a16:creationId xmlns:a16="http://schemas.microsoft.com/office/drawing/2014/main" id="{A0304C12-4232-4DC4-AD4A-EC4F3D8D004A}"/>
                  </a:ext>
                </a:extLst>
              </p:cNvPr>
              <p:cNvPicPr/>
              <p:nvPr/>
            </p:nvPicPr>
            <p:blipFill>
              <a:blip r:embed="rId51"/>
              <a:stretch>
                <a:fillRect/>
              </a:stretch>
            </p:blipFill>
            <p:spPr>
              <a:xfrm>
                <a:off x="-959189" y="2568302"/>
                <a:ext cx="284760" cy="768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9" name="Ink 38">
                <a:extLst>
                  <a:ext uri="{FF2B5EF4-FFF2-40B4-BE49-F238E27FC236}">
                    <a16:creationId xmlns:a16="http://schemas.microsoft.com/office/drawing/2014/main" id="{2B5E86F2-5275-4476-B2B4-CE5B3A8B6B0F}"/>
                  </a:ext>
                </a:extLst>
              </p14:cNvPr>
              <p14:cNvContentPartPr/>
              <p14:nvPr/>
            </p14:nvContentPartPr>
            <p14:xfrm>
              <a:off x="-504509" y="2981942"/>
              <a:ext cx="134280" cy="468000"/>
            </p14:xfrm>
          </p:contentPart>
        </mc:Choice>
        <mc:Fallback xmlns="">
          <p:pic>
            <p:nvPicPr>
              <p:cNvPr id="39" name="Ink 38">
                <a:extLst>
                  <a:ext uri="{FF2B5EF4-FFF2-40B4-BE49-F238E27FC236}">
                    <a16:creationId xmlns:a16="http://schemas.microsoft.com/office/drawing/2014/main" id="{2B5E86F2-5275-4476-B2B4-CE5B3A8B6B0F}"/>
                  </a:ext>
                </a:extLst>
              </p:cNvPr>
              <p:cNvPicPr/>
              <p:nvPr/>
            </p:nvPicPr>
            <p:blipFill>
              <a:blip r:embed="rId53"/>
              <a:stretch>
                <a:fillRect/>
              </a:stretch>
            </p:blipFill>
            <p:spPr>
              <a:xfrm>
                <a:off x="-513149" y="2973302"/>
                <a:ext cx="15192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0" name="Ink 39">
                <a:extLst>
                  <a:ext uri="{FF2B5EF4-FFF2-40B4-BE49-F238E27FC236}">
                    <a16:creationId xmlns:a16="http://schemas.microsoft.com/office/drawing/2014/main" id="{293D40EC-95FB-4C69-821E-EF5D0FC82730}"/>
                  </a:ext>
                </a:extLst>
              </p14:cNvPr>
              <p14:cNvContentPartPr/>
              <p14:nvPr/>
            </p14:nvContentPartPr>
            <p14:xfrm>
              <a:off x="-967829" y="2962862"/>
              <a:ext cx="496440" cy="100800"/>
            </p14:xfrm>
          </p:contentPart>
        </mc:Choice>
        <mc:Fallback xmlns="">
          <p:pic>
            <p:nvPicPr>
              <p:cNvPr id="40" name="Ink 39">
                <a:extLst>
                  <a:ext uri="{FF2B5EF4-FFF2-40B4-BE49-F238E27FC236}">
                    <a16:creationId xmlns:a16="http://schemas.microsoft.com/office/drawing/2014/main" id="{293D40EC-95FB-4C69-821E-EF5D0FC82730}"/>
                  </a:ext>
                </a:extLst>
              </p:cNvPr>
              <p:cNvPicPr/>
              <p:nvPr/>
            </p:nvPicPr>
            <p:blipFill>
              <a:blip r:embed="rId55"/>
              <a:stretch>
                <a:fillRect/>
              </a:stretch>
            </p:blipFill>
            <p:spPr>
              <a:xfrm>
                <a:off x="-976829" y="2953862"/>
                <a:ext cx="514080" cy="118440"/>
              </a:xfrm>
              <a:prstGeom prst="rect">
                <a:avLst/>
              </a:prstGeom>
            </p:spPr>
          </p:pic>
        </mc:Fallback>
      </mc:AlternateContent>
      <p:grpSp>
        <p:nvGrpSpPr>
          <p:cNvPr id="43" name="Group 42">
            <a:extLst>
              <a:ext uri="{FF2B5EF4-FFF2-40B4-BE49-F238E27FC236}">
                <a16:creationId xmlns:a16="http://schemas.microsoft.com/office/drawing/2014/main" id="{6ECB04C2-CFEA-4EC3-B9E7-AC2ABF08033A}"/>
              </a:ext>
            </a:extLst>
          </p:cNvPr>
          <p:cNvGrpSpPr/>
          <p:nvPr/>
        </p:nvGrpSpPr>
        <p:grpSpPr>
          <a:xfrm>
            <a:off x="-683069" y="1462742"/>
            <a:ext cx="1521000" cy="1928880"/>
            <a:chOff x="-683069" y="1462742"/>
            <a:chExt cx="1521000" cy="1928880"/>
          </a:xfrm>
        </p:grpSpPr>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8CB3C73E-C0F9-4333-925B-5DCB1DCECDF1}"/>
                    </a:ext>
                  </a:extLst>
                </p14:cNvPr>
                <p14:cNvContentPartPr/>
                <p14:nvPr/>
              </p14:nvContentPartPr>
              <p14:xfrm>
                <a:off x="-683069" y="1558142"/>
                <a:ext cx="703440" cy="82800"/>
              </p14:xfrm>
            </p:contentPart>
          </mc:Choice>
          <mc:Fallback xmlns="">
            <p:pic>
              <p:nvPicPr>
                <p:cNvPr id="30" name="Ink 29">
                  <a:extLst>
                    <a:ext uri="{FF2B5EF4-FFF2-40B4-BE49-F238E27FC236}">
                      <a16:creationId xmlns:a16="http://schemas.microsoft.com/office/drawing/2014/main" id="{8CB3C73E-C0F9-4333-925B-5DCB1DCECDF1}"/>
                    </a:ext>
                  </a:extLst>
                </p:cNvPr>
                <p:cNvPicPr/>
                <p:nvPr/>
              </p:nvPicPr>
              <p:blipFill>
                <a:blip r:embed="rId57"/>
                <a:stretch>
                  <a:fillRect/>
                </a:stretch>
              </p:blipFill>
              <p:spPr>
                <a:xfrm>
                  <a:off x="-692069" y="1549502"/>
                  <a:ext cx="7210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D44EAB63-18B5-4041-A0CA-FEDED9ACF0AD}"/>
                    </a:ext>
                  </a:extLst>
                </p14:cNvPr>
                <p14:cNvContentPartPr/>
                <p14:nvPr/>
              </p14:nvContentPartPr>
              <p14:xfrm>
                <a:off x="296131" y="1462742"/>
                <a:ext cx="54000" cy="990720"/>
              </p14:xfrm>
            </p:contentPart>
          </mc:Choice>
          <mc:Fallback xmlns="">
            <p:pic>
              <p:nvPicPr>
                <p:cNvPr id="31" name="Ink 30">
                  <a:extLst>
                    <a:ext uri="{FF2B5EF4-FFF2-40B4-BE49-F238E27FC236}">
                      <a16:creationId xmlns:a16="http://schemas.microsoft.com/office/drawing/2014/main" id="{D44EAB63-18B5-4041-A0CA-FEDED9ACF0AD}"/>
                    </a:ext>
                  </a:extLst>
                </p:cNvPr>
                <p:cNvPicPr/>
                <p:nvPr/>
              </p:nvPicPr>
              <p:blipFill>
                <a:blip r:embed="rId59"/>
                <a:stretch>
                  <a:fillRect/>
                </a:stretch>
              </p:blipFill>
              <p:spPr>
                <a:xfrm>
                  <a:off x="287491" y="1454102"/>
                  <a:ext cx="71640" cy="100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1D93123C-3E34-4196-87C2-D65D9613C71B}"/>
                    </a:ext>
                  </a:extLst>
                </p14:cNvPr>
                <p14:cNvContentPartPr/>
                <p14:nvPr/>
              </p14:nvContentPartPr>
              <p14:xfrm>
                <a:off x="345451" y="1505582"/>
                <a:ext cx="480960" cy="66600"/>
              </p14:xfrm>
            </p:contentPart>
          </mc:Choice>
          <mc:Fallback xmlns="">
            <p:pic>
              <p:nvPicPr>
                <p:cNvPr id="32" name="Ink 31">
                  <a:extLst>
                    <a:ext uri="{FF2B5EF4-FFF2-40B4-BE49-F238E27FC236}">
                      <a16:creationId xmlns:a16="http://schemas.microsoft.com/office/drawing/2014/main" id="{1D93123C-3E34-4196-87C2-D65D9613C71B}"/>
                    </a:ext>
                  </a:extLst>
                </p:cNvPr>
                <p:cNvPicPr/>
                <p:nvPr/>
              </p:nvPicPr>
              <p:blipFill>
                <a:blip r:embed="rId61"/>
                <a:stretch>
                  <a:fillRect/>
                </a:stretch>
              </p:blipFill>
              <p:spPr>
                <a:xfrm>
                  <a:off x="336811" y="1496942"/>
                  <a:ext cx="4986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3" name="Ink 32">
                  <a:extLst>
                    <a:ext uri="{FF2B5EF4-FFF2-40B4-BE49-F238E27FC236}">
                      <a16:creationId xmlns:a16="http://schemas.microsoft.com/office/drawing/2014/main" id="{B957ABA6-7668-4D66-B5BF-E09E51195C69}"/>
                    </a:ext>
                  </a:extLst>
                </p14:cNvPr>
                <p14:cNvContentPartPr/>
                <p14:nvPr/>
              </p14:nvContentPartPr>
              <p14:xfrm>
                <a:off x="414931" y="1989422"/>
                <a:ext cx="174960" cy="126000"/>
              </p14:xfrm>
            </p:contentPart>
          </mc:Choice>
          <mc:Fallback xmlns="">
            <p:pic>
              <p:nvPicPr>
                <p:cNvPr id="33" name="Ink 32">
                  <a:extLst>
                    <a:ext uri="{FF2B5EF4-FFF2-40B4-BE49-F238E27FC236}">
                      <a16:creationId xmlns:a16="http://schemas.microsoft.com/office/drawing/2014/main" id="{B957ABA6-7668-4D66-B5BF-E09E51195C69}"/>
                    </a:ext>
                  </a:extLst>
                </p:cNvPr>
                <p:cNvPicPr/>
                <p:nvPr/>
              </p:nvPicPr>
              <p:blipFill>
                <a:blip r:embed="rId63"/>
                <a:stretch>
                  <a:fillRect/>
                </a:stretch>
              </p:blipFill>
              <p:spPr>
                <a:xfrm>
                  <a:off x="406291" y="1980782"/>
                  <a:ext cx="192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Ink 33">
                  <a:extLst>
                    <a:ext uri="{FF2B5EF4-FFF2-40B4-BE49-F238E27FC236}">
                      <a16:creationId xmlns:a16="http://schemas.microsoft.com/office/drawing/2014/main" id="{B03B0911-DB1C-41B1-A87D-CE18F2F31009}"/>
                    </a:ext>
                  </a:extLst>
                </p14:cNvPr>
                <p14:cNvContentPartPr/>
                <p14:nvPr/>
              </p14:nvContentPartPr>
              <p14:xfrm>
                <a:off x="398731" y="2330702"/>
                <a:ext cx="439200" cy="9360"/>
              </p14:xfrm>
            </p:contentPart>
          </mc:Choice>
          <mc:Fallback xmlns="">
            <p:pic>
              <p:nvPicPr>
                <p:cNvPr id="34" name="Ink 33">
                  <a:extLst>
                    <a:ext uri="{FF2B5EF4-FFF2-40B4-BE49-F238E27FC236}">
                      <a16:creationId xmlns:a16="http://schemas.microsoft.com/office/drawing/2014/main" id="{B03B0911-DB1C-41B1-A87D-CE18F2F31009}"/>
                    </a:ext>
                  </a:extLst>
                </p:cNvPr>
                <p:cNvPicPr/>
                <p:nvPr/>
              </p:nvPicPr>
              <p:blipFill>
                <a:blip r:embed="rId65"/>
                <a:stretch>
                  <a:fillRect/>
                </a:stretch>
              </p:blipFill>
              <p:spPr>
                <a:xfrm>
                  <a:off x="390091" y="2322062"/>
                  <a:ext cx="4568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6D14F53B-DA10-4BF7-AA12-B7CA3E7FE9DC}"/>
                    </a:ext>
                  </a:extLst>
                </p14:cNvPr>
                <p14:cNvContentPartPr/>
                <p14:nvPr/>
              </p14:nvContentPartPr>
              <p14:xfrm>
                <a:off x="-147029" y="2576942"/>
                <a:ext cx="475560" cy="814680"/>
              </p14:xfrm>
            </p:contentPart>
          </mc:Choice>
          <mc:Fallback xmlns="">
            <p:pic>
              <p:nvPicPr>
                <p:cNvPr id="42" name="Ink 41">
                  <a:extLst>
                    <a:ext uri="{FF2B5EF4-FFF2-40B4-BE49-F238E27FC236}">
                      <a16:creationId xmlns:a16="http://schemas.microsoft.com/office/drawing/2014/main" id="{6D14F53B-DA10-4BF7-AA12-B7CA3E7FE9DC}"/>
                    </a:ext>
                  </a:extLst>
                </p:cNvPr>
                <p:cNvPicPr/>
                <p:nvPr/>
              </p:nvPicPr>
              <p:blipFill>
                <a:blip r:embed="rId67"/>
                <a:stretch>
                  <a:fillRect/>
                </a:stretch>
              </p:blipFill>
              <p:spPr>
                <a:xfrm>
                  <a:off x="-155669" y="2568302"/>
                  <a:ext cx="493200" cy="832320"/>
                </a:xfrm>
                <a:prstGeom prst="rect">
                  <a:avLst/>
                </a:prstGeom>
              </p:spPr>
            </p:pic>
          </mc:Fallback>
        </mc:AlternateContent>
      </p:grpSp>
      <p:grpSp>
        <p:nvGrpSpPr>
          <p:cNvPr id="46" name="Group 45">
            <a:extLst>
              <a:ext uri="{FF2B5EF4-FFF2-40B4-BE49-F238E27FC236}">
                <a16:creationId xmlns:a16="http://schemas.microsoft.com/office/drawing/2014/main" id="{C59F0CA5-CE6B-409E-84B5-9BC4A3EB8039}"/>
              </a:ext>
            </a:extLst>
          </p:cNvPr>
          <p:cNvGrpSpPr/>
          <p:nvPr/>
        </p:nvGrpSpPr>
        <p:grpSpPr>
          <a:xfrm>
            <a:off x="802291" y="2593142"/>
            <a:ext cx="462960" cy="816480"/>
            <a:chOff x="802291" y="2593142"/>
            <a:chExt cx="462960" cy="816480"/>
          </a:xfrm>
        </p:grpSpPr>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4C2FACC5-B953-4995-9403-10C140528D1E}"/>
                    </a:ext>
                  </a:extLst>
                </p14:cNvPr>
                <p14:cNvContentPartPr/>
                <p14:nvPr/>
              </p14:nvContentPartPr>
              <p14:xfrm>
                <a:off x="802291" y="2593142"/>
                <a:ext cx="405720" cy="744840"/>
              </p14:xfrm>
            </p:contentPart>
          </mc:Choice>
          <mc:Fallback xmlns="">
            <p:pic>
              <p:nvPicPr>
                <p:cNvPr id="44" name="Ink 43">
                  <a:extLst>
                    <a:ext uri="{FF2B5EF4-FFF2-40B4-BE49-F238E27FC236}">
                      <a16:creationId xmlns:a16="http://schemas.microsoft.com/office/drawing/2014/main" id="{4C2FACC5-B953-4995-9403-10C140528D1E}"/>
                    </a:ext>
                  </a:extLst>
                </p:cNvPr>
                <p:cNvPicPr/>
                <p:nvPr/>
              </p:nvPicPr>
              <p:blipFill>
                <a:blip r:embed="rId69"/>
                <a:stretch>
                  <a:fillRect/>
                </a:stretch>
              </p:blipFill>
              <p:spPr>
                <a:xfrm>
                  <a:off x="793291" y="2584502"/>
                  <a:ext cx="423360" cy="762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E4E0E8A5-3E69-4B49-8DF3-A1A24A3BF0E7}"/>
                    </a:ext>
                  </a:extLst>
                </p14:cNvPr>
                <p14:cNvContentPartPr/>
                <p14:nvPr/>
              </p14:nvContentPartPr>
              <p14:xfrm>
                <a:off x="1264891" y="3399542"/>
                <a:ext cx="360" cy="10080"/>
              </p14:xfrm>
            </p:contentPart>
          </mc:Choice>
          <mc:Fallback xmlns="">
            <p:pic>
              <p:nvPicPr>
                <p:cNvPr id="45" name="Ink 44">
                  <a:extLst>
                    <a:ext uri="{FF2B5EF4-FFF2-40B4-BE49-F238E27FC236}">
                      <a16:creationId xmlns:a16="http://schemas.microsoft.com/office/drawing/2014/main" id="{E4E0E8A5-3E69-4B49-8DF3-A1A24A3BF0E7}"/>
                    </a:ext>
                  </a:extLst>
                </p:cNvPr>
                <p:cNvPicPr/>
                <p:nvPr/>
              </p:nvPicPr>
              <p:blipFill>
                <a:blip r:embed="rId71"/>
                <a:stretch>
                  <a:fillRect/>
                </a:stretch>
              </p:blipFill>
              <p:spPr>
                <a:xfrm>
                  <a:off x="1256251" y="3390542"/>
                  <a:ext cx="18000" cy="27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A2D9457E-C7B4-4EF1-9AC3-4677613BF0C4}"/>
                  </a:ext>
                </a:extLst>
              </p14:cNvPr>
              <p14:cNvContentPartPr/>
              <p14:nvPr/>
            </p14:nvContentPartPr>
            <p14:xfrm>
              <a:off x="-1301549" y="2115062"/>
              <a:ext cx="380520" cy="695880"/>
            </p14:xfrm>
          </p:contentPart>
        </mc:Choice>
        <mc:Fallback xmlns="">
          <p:pic>
            <p:nvPicPr>
              <p:cNvPr id="47" name="Ink 46">
                <a:extLst>
                  <a:ext uri="{FF2B5EF4-FFF2-40B4-BE49-F238E27FC236}">
                    <a16:creationId xmlns:a16="http://schemas.microsoft.com/office/drawing/2014/main" id="{A2D9457E-C7B4-4EF1-9AC3-4677613BF0C4}"/>
                  </a:ext>
                </a:extLst>
              </p:cNvPr>
              <p:cNvPicPr/>
              <p:nvPr/>
            </p:nvPicPr>
            <p:blipFill>
              <a:blip r:embed="rId73"/>
              <a:stretch>
                <a:fillRect/>
              </a:stretch>
            </p:blipFill>
            <p:spPr>
              <a:xfrm>
                <a:off x="-1310549" y="2106422"/>
                <a:ext cx="39816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DF36AF46-88FB-42DD-BBE0-6BD485FC2FAD}"/>
                  </a:ext>
                </a:extLst>
              </p14:cNvPr>
              <p14:cNvContentPartPr/>
              <p14:nvPr/>
            </p14:nvContentPartPr>
            <p14:xfrm>
              <a:off x="3285211" y="4161662"/>
              <a:ext cx="1011600" cy="63360"/>
            </p14:xfrm>
          </p:contentPart>
        </mc:Choice>
        <mc:Fallback xmlns="">
          <p:pic>
            <p:nvPicPr>
              <p:cNvPr id="48" name="Ink 47">
                <a:extLst>
                  <a:ext uri="{FF2B5EF4-FFF2-40B4-BE49-F238E27FC236}">
                    <a16:creationId xmlns:a16="http://schemas.microsoft.com/office/drawing/2014/main" id="{DF36AF46-88FB-42DD-BBE0-6BD485FC2FAD}"/>
                  </a:ext>
                </a:extLst>
              </p:cNvPr>
              <p:cNvPicPr/>
              <p:nvPr/>
            </p:nvPicPr>
            <p:blipFill>
              <a:blip r:embed="rId75"/>
              <a:stretch>
                <a:fillRect/>
              </a:stretch>
            </p:blipFill>
            <p:spPr>
              <a:xfrm>
                <a:off x="3276211" y="4152662"/>
                <a:ext cx="10292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5054AEF3-F90D-4D92-9F8F-7ED8414370FB}"/>
                  </a:ext>
                </a:extLst>
              </p14:cNvPr>
              <p14:cNvContentPartPr/>
              <p14:nvPr/>
            </p14:nvContentPartPr>
            <p14:xfrm>
              <a:off x="3165331" y="4722902"/>
              <a:ext cx="484920" cy="360"/>
            </p14:xfrm>
          </p:contentPart>
        </mc:Choice>
        <mc:Fallback xmlns="">
          <p:pic>
            <p:nvPicPr>
              <p:cNvPr id="49" name="Ink 48">
                <a:extLst>
                  <a:ext uri="{FF2B5EF4-FFF2-40B4-BE49-F238E27FC236}">
                    <a16:creationId xmlns:a16="http://schemas.microsoft.com/office/drawing/2014/main" id="{5054AEF3-F90D-4D92-9F8F-7ED8414370FB}"/>
                  </a:ext>
                </a:extLst>
              </p:cNvPr>
              <p:cNvPicPr/>
              <p:nvPr/>
            </p:nvPicPr>
            <p:blipFill>
              <a:blip r:embed="rId77"/>
              <a:stretch>
                <a:fillRect/>
              </a:stretch>
            </p:blipFill>
            <p:spPr>
              <a:xfrm>
                <a:off x="3156691" y="4713902"/>
                <a:ext cx="502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1515CED1-1047-4EC2-86DC-276DB1759DF9}"/>
                  </a:ext>
                </a:extLst>
              </p14:cNvPr>
              <p14:cNvContentPartPr/>
              <p14:nvPr/>
            </p14:nvContentPartPr>
            <p14:xfrm>
              <a:off x="9301531" y="3417542"/>
              <a:ext cx="360" cy="360"/>
            </p14:xfrm>
          </p:contentPart>
        </mc:Choice>
        <mc:Fallback xmlns="">
          <p:pic>
            <p:nvPicPr>
              <p:cNvPr id="50" name="Ink 49">
                <a:extLst>
                  <a:ext uri="{FF2B5EF4-FFF2-40B4-BE49-F238E27FC236}">
                    <a16:creationId xmlns:a16="http://schemas.microsoft.com/office/drawing/2014/main" id="{1515CED1-1047-4EC2-86DC-276DB1759DF9}"/>
                  </a:ext>
                </a:extLst>
              </p:cNvPr>
              <p:cNvPicPr/>
              <p:nvPr/>
            </p:nvPicPr>
            <p:blipFill>
              <a:blip r:embed="rId79"/>
              <a:stretch>
                <a:fillRect/>
              </a:stretch>
            </p:blipFill>
            <p:spPr>
              <a:xfrm>
                <a:off x="9292891" y="3408902"/>
                <a:ext cx="18000" cy="18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p>
            <a:r>
              <a:rPr lang="en-US" sz="2700"/>
              <a:t>The Database System Development</a:t>
            </a:r>
            <a:br>
              <a:rPr lang="en-US" sz="2700"/>
            </a:br>
            <a:r>
              <a:rPr lang="en-US" sz="2700"/>
              <a:t>Lifecycle</a:t>
            </a:r>
          </a:p>
        </p:txBody>
      </p:sp>
      <p:pic>
        <p:nvPicPr>
          <p:cNvPr id="3" name="Picture 2">
            <a:extLst>
              <a:ext uri="{FF2B5EF4-FFF2-40B4-BE49-F238E27FC236}">
                <a16:creationId xmlns:a16="http://schemas.microsoft.com/office/drawing/2014/main" id="{CEEE2A34-E411-45DF-AE56-915B7430DEC4}"/>
              </a:ext>
            </a:extLst>
          </p:cNvPr>
          <p:cNvPicPr>
            <a:picLocks noChangeAspect="1"/>
          </p:cNvPicPr>
          <p:nvPr/>
        </p:nvPicPr>
        <p:blipFill>
          <a:blip r:embed="rId2"/>
          <a:stretch>
            <a:fillRect/>
          </a:stretch>
        </p:blipFill>
        <p:spPr>
          <a:xfrm>
            <a:off x="3352800" y="174879"/>
            <a:ext cx="4800599" cy="6603810"/>
          </a:xfrm>
          <a:prstGeom prst="rect">
            <a:avLst/>
          </a:prstGeom>
          <a:noFill/>
        </p:spPr>
      </p:pic>
      <p:sp>
        <p:nvSpPr>
          <p:cNvPr id="11" name="Text Placeholder 3">
            <a:extLst>
              <a:ext uri="{FF2B5EF4-FFF2-40B4-BE49-F238E27FC236}">
                <a16:creationId xmlns:a16="http://schemas.microsoft.com/office/drawing/2014/main" id="{B615991C-7D6F-48F5-A823-9576BBA7C42F}"/>
              </a:ext>
            </a:extLst>
          </p:cNvPr>
          <p:cNvSpPr>
            <a:spLocks noGrp="1"/>
          </p:cNvSpPr>
          <p:nvPr>
            <p:ph type="body" sz="half" idx="2"/>
          </p:nvPr>
        </p:nvSpPr>
        <p:spPr>
          <a:xfrm>
            <a:off x="192024" y="3493008"/>
            <a:ext cx="2125980" cy="2322576"/>
          </a:xfrm>
        </p:spPr>
        <p:txBody>
          <a:bodyPr/>
          <a:lstStyle/>
          <a:p>
            <a:endParaRPr lang="en-US"/>
          </a:p>
        </p:txBody>
      </p:sp>
      <p:sp>
        <p:nvSpPr>
          <p:cNvPr id="4" name="Slide Number Placeholder 3"/>
          <p:cNvSpPr>
            <a:spLocks noGrp="1"/>
          </p:cNvSpPr>
          <p:nvPr>
            <p:ph type="sldNum" sz="quarter" idx="12"/>
          </p:nvPr>
        </p:nvSpPr>
        <p:spPr>
          <a:xfrm>
            <a:off x="7975602" y="6356351"/>
            <a:ext cx="1148195" cy="365125"/>
          </a:xfrm>
        </p:spPr>
        <p:txBody>
          <a:bodyPr anchor="ctr">
            <a:normAutofit/>
          </a:bodyPr>
          <a:lstStyle/>
          <a:p>
            <a:pPr>
              <a:spcAft>
                <a:spcPts val="600"/>
              </a:spcAft>
            </a:pPr>
            <a:fld id="{4FCBA6A4-4AC1-4AE5-BF17-AC49EE4BA738}" type="slidenum">
              <a:rPr lang="en-US" smtClean="0"/>
              <a:pPr>
                <a:spcAft>
                  <a:spcPts val="600"/>
                </a:spcAft>
              </a:pPr>
              <a:t>4</a:t>
            </a:fld>
            <a:endParaRPr lang="en-US"/>
          </a:p>
        </p:txBody>
      </p:sp>
      <p:sp>
        <p:nvSpPr>
          <p:cNvPr id="9" name="Text Placeholder 3">
            <a:extLst>
              <a:ext uri="{FF2B5EF4-FFF2-40B4-BE49-F238E27FC236}">
                <a16:creationId xmlns:a16="http://schemas.microsoft.com/office/drawing/2014/main" id="{BCA04412-D588-4A66-B94A-E8711FB67A37}"/>
              </a:ext>
            </a:extLst>
          </p:cNvPr>
          <p:cNvSpPr>
            <a:spLocks noGrp="1"/>
          </p:cNvSpPr>
          <p:nvPr>
            <p:ph type="body" sz="half" idx="2"/>
          </p:nvPr>
        </p:nvSpPr>
        <p:spPr>
          <a:xfrm>
            <a:off x="192024" y="3494176"/>
            <a:ext cx="2125980" cy="2321990"/>
          </a:xfrm>
        </p:spPr>
        <p:txBody>
          <a:bodyPr/>
          <a:lstStyle/>
          <a:p>
            <a:endParaRPr lang="en-US"/>
          </a:p>
        </p:txBody>
      </p:sp>
      <p:grpSp>
        <p:nvGrpSpPr>
          <p:cNvPr id="12" name="Group 11">
            <a:extLst>
              <a:ext uri="{FF2B5EF4-FFF2-40B4-BE49-F238E27FC236}">
                <a16:creationId xmlns:a16="http://schemas.microsoft.com/office/drawing/2014/main" id="{B00FBEDA-05F9-4793-A95B-9857734B7F30}"/>
              </a:ext>
            </a:extLst>
          </p:cNvPr>
          <p:cNvGrpSpPr/>
          <p:nvPr/>
        </p:nvGrpSpPr>
        <p:grpSpPr>
          <a:xfrm>
            <a:off x="5008531" y="1408742"/>
            <a:ext cx="2032920" cy="711360"/>
            <a:chOff x="5008531" y="1408742"/>
            <a:chExt cx="2032920" cy="7113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91E57B7-BD60-4A5A-9F59-3111E7F6DBE6}"/>
                    </a:ext>
                  </a:extLst>
                </p14:cNvPr>
                <p14:cNvContentPartPr/>
                <p14:nvPr/>
              </p14:nvContentPartPr>
              <p14:xfrm>
                <a:off x="5490931" y="1529342"/>
                <a:ext cx="5400" cy="2880"/>
              </p14:xfrm>
            </p:contentPart>
          </mc:Choice>
          <mc:Fallback xmlns="">
            <p:pic>
              <p:nvPicPr>
                <p:cNvPr id="5" name="Ink 4">
                  <a:extLst>
                    <a:ext uri="{FF2B5EF4-FFF2-40B4-BE49-F238E27FC236}">
                      <a16:creationId xmlns:a16="http://schemas.microsoft.com/office/drawing/2014/main" id="{991E57B7-BD60-4A5A-9F59-3111E7F6DBE6}"/>
                    </a:ext>
                  </a:extLst>
                </p:cNvPr>
                <p:cNvPicPr/>
                <p:nvPr/>
              </p:nvPicPr>
              <p:blipFill>
                <a:blip r:embed="rId4"/>
                <a:stretch>
                  <a:fillRect/>
                </a:stretch>
              </p:blipFill>
              <p:spPr>
                <a:xfrm>
                  <a:off x="5482291" y="1520342"/>
                  <a:ext cx="230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2F1B613-F654-4509-B3B2-49BD7E926E13}"/>
                    </a:ext>
                  </a:extLst>
                </p14:cNvPr>
                <p14:cNvContentPartPr/>
                <p14:nvPr/>
              </p14:nvContentPartPr>
              <p14:xfrm>
                <a:off x="5747611" y="1408742"/>
                <a:ext cx="1024200" cy="82800"/>
              </p14:xfrm>
            </p:contentPart>
          </mc:Choice>
          <mc:Fallback xmlns="">
            <p:pic>
              <p:nvPicPr>
                <p:cNvPr id="6" name="Ink 5">
                  <a:extLst>
                    <a:ext uri="{FF2B5EF4-FFF2-40B4-BE49-F238E27FC236}">
                      <a16:creationId xmlns:a16="http://schemas.microsoft.com/office/drawing/2014/main" id="{F2F1B613-F654-4509-B3B2-49BD7E926E13}"/>
                    </a:ext>
                  </a:extLst>
                </p:cNvPr>
                <p:cNvPicPr/>
                <p:nvPr/>
              </p:nvPicPr>
              <p:blipFill>
                <a:blip r:embed="rId6"/>
                <a:stretch>
                  <a:fillRect/>
                </a:stretch>
              </p:blipFill>
              <p:spPr>
                <a:xfrm>
                  <a:off x="5738611" y="1399742"/>
                  <a:ext cx="10418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1F15FF0C-9764-4D5F-A345-6C3F4CB225A8}"/>
                    </a:ext>
                  </a:extLst>
                </p14:cNvPr>
                <p14:cNvContentPartPr/>
                <p14:nvPr/>
              </p14:nvContentPartPr>
              <p14:xfrm>
                <a:off x="6530971" y="1580462"/>
                <a:ext cx="510480" cy="371520"/>
              </p14:xfrm>
            </p:contentPart>
          </mc:Choice>
          <mc:Fallback xmlns="">
            <p:pic>
              <p:nvPicPr>
                <p:cNvPr id="7" name="Ink 6">
                  <a:extLst>
                    <a:ext uri="{FF2B5EF4-FFF2-40B4-BE49-F238E27FC236}">
                      <a16:creationId xmlns:a16="http://schemas.microsoft.com/office/drawing/2014/main" id="{1F15FF0C-9764-4D5F-A345-6C3F4CB225A8}"/>
                    </a:ext>
                  </a:extLst>
                </p:cNvPr>
                <p:cNvPicPr/>
                <p:nvPr/>
              </p:nvPicPr>
              <p:blipFill>
                <a:blip r:embed="rId8"/>
                <a:stretch>
                  <a:fillRect/>
                </a:stretch>
              </p:blipFill>
              <p:spPr>
                <a:xfrm>
                  <a:off x="6521971" y="1571462"/>
                  <a:ext cx="52812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92E72484-D3BF-4F42-A26D-40FB35D08B33}"/>
                    </a:ext>
                  </a:extLst>
                </p14:cNvPr>
                <p14:cNvContentPartPr/>
                <p14:nvPr/>
              </p14:nvContentPartPr>
              <p14:xfrm>
                <a:off x="5008531" y="1486502"/>
                <a:ext cx="1243440" cy="633600"/>
              </p14:xfrm>
            </p:contentPart>
          </mc:Choice>
          <mc:Fallback xmlns="">
            <p:pic>
              <p:nvPicPr>
                <p:cNvPr id="10" name="Ink 9">
                  <a:extLst>
                    <a:ext uri="{FF2B5EF4-FFF2-40B4-BE49-F238E27FC236}">
                      <a16:creationId xmlns:a16="http://schemas.microsoft.com/office/drawing/2014/main" id="{92E72484-D3BF-4F42-A26D-40FB35D08B33}"/>
                    </a:ext>
                  </a:extLst>
                </p:cNvPr>
                <p:cNvPicPr/>
                <p:nvPr/>
              </p:nvPicPr>
              <p:blipFill>
                <a:blip r:embed="rId10"/>
                <a:stretch>
                  <a:fillRect/>
                </a:stretch>
              </p:blipFill>
              <p:spPr>
                <a:xfrm>
                  <a:off x="4999891" y="1477502"/>
                  <a:ext cx="1261080" cy="651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6F6D0747-0CB1-4CAF-888D-572A52B9331B}"/>
                  </a:ext>
                </a:extLst>
              </p14:cNvPr>
              <p14:cNvContentPartPr/>
              <p14:nvPr/>
            </p14:nvContentPartPr>
            <p14:xfrm>
              <a:off x="6670651" y="5793182"/>
              <a:ext cx="1692000" cy="186480"/>
            </p14:xfrm>
          </p:contentPart>
        </mc:Choice>
        <mc:Fallback xmlns="">
          <p:pic>
            <p:nvPicPr>
              <p:cNvPr id="13" name="Ink 12">
                <a:extLst>
                  <a:ext uri="{FF2B5EF4-FFF2-40B4-BE49-F238E27FC236}">
                    <a16:creationId xmlns:a16="http://schemas.microsoft.com/office/drawing/2014/main" id="{6F6D0747-0CB1-4CAF-888D-572A52B9331B}"/>
                  </a:ext>
                </a:extLst>
              </p:cNvPr>
              <p:cNvPicPr/>
              <p:nvPr/>
            </p:nvPicPr>
            <p:blipFill>
              <a:blip r:embed="rId12"/>
              <a:stretch>
                <a:fillRect/>
              </a:stretch>
            </p:blipFill>
            <p:spPr>
              <a:xfrm>
                <a:off x="6662011" y="5784182"/>
                <a:ext cx="17096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56A8C137-9138-4603-8019-641A8DA79503}"/>
                  </a:ext>
                </a:extLst>
              </p14:cNvPr>
              <p14:cNvContentPartPr/>
              <p14:nvPr/>
            </p14:nvContentPartPr>
            <p14:xfrm>
              <a:off x="7960171" y="1089782"/>
              <a:ext cx="114480" cy="635040"/>
            </p14:xfrm>
          </p:contentPart>
        </mc:Choice>
        <mc:Fallback xmlns="">
          <p:pic>
            <p:nvPicPr>
              <p:cNvPr id="14" name="Ink 13">
                <a:extLst>
                  <a:ext uri="{FF2B5EF4-FFF2-40B4-BE49-F238E27FC236}">
                    <a16:creationId xmlns:a16="http://schemas.microsoft.com/office/drawing/2014/main" id="{56A8C137-9138-4603-8019-641A8DA79503}"/>
                  </a:ext>
                </a:extLst>
              </p:cNvPr>
              <p:cNvPicPr/>
              <p:nvPr/>
            </p:nvPicPr>
            <p:blipFill>
              <a:blip r:embed="rId14"/>
              <a:stretch>
                <a:fillRect/>
              </a:stretch>
            </p:blipFill>
            <p:spPr>
              <a:xfrm>
                <a:off x="7951171" y="1080782"/>
                <a:ext cx="132120" cy="652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5602998B-4C0B-4AFE-BF40-DB1FEAF39B9B}"/>
                  </a:ext>
                </a:extLst>
              </p14:cNvPr>
              <p14:cNvContentPartPr/>
              <p14:nvPr/>
            </p14:nvContentPartPr>
            <p14:xfrm>
              <a:off x="8581531" y="5644502"/>
              <a:ext cx="135720" cy="711000"/>
            </p14:xfrm>
          </p:contentPart>
        </mc:Choice>
        <mc:Fallback xmlns="">
          <p:pic>
            <p:nvPicPr>
              <p:cNvPr id="15" name="Ink 14">
                <a:extLst>
                  <a:ext uri="{FF2B5EF4-FFF2-40B4-BE49-F238E27FC236}">
                    <a16:creationId xmlns:a16="http://schemas.microsoft.com/office/drawing/2014/main" id="{5602998B-4C0B-4AFE-BF40-DB1FEAF39B9B}"/>
                  </a:ext>
                </a:extLst>
              </p:cNvPr>
              <p:cNvPicPr/>
              <p:nvPr/>
            </p:nvPicPr>
            <p:blipFill>
              <a:blip r:embed="rId16"/>
              <a:stretch>
                <a:fillRect/>
              </a:stretch>
            </p:blipFill>
            <p:spPr>
              <a:xfrm>
                <a:off x="8572531" y="5635862"/>
                <a:ext cx="153360" cy="728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47675CD4-4968-4119-B1E8-94AE7E90136D}"/>
                  </a:ext>
                </a:extLst>
              </p14:cNvPr>
              <p14:cNvContentPartPr/>
              <p14:nvPr/>
            </p14:nvContentPartPr>
            <p14:xfrm>
              <a:off x="6759571" y="5491502"/>
              <a:ext cx="1551960" cy="318600"/>
            </p14:xfrm>
          </p:contentPart>
        </mc:Choice>
        <mc:Fallback xmlns="">
          <p:pic>
            <p:nvPicPr>
              <p:cNvPr id="16" name="Ink 15">
                <a:extLst>
                  <a:ext uri="{FF2B5EF4-FFF2-40B4-BE49-F238E27FC236}">
                    <a16:creationId xmlns:a16="http://schemas.microsoft.com/office/drawing/2014/main" id="{47675CD4-4968-4119-B1E8-94AE7E90136D}"/>
                  </a:ext>
                </a:extLst>
              </p:cNvPr>
              <p:cNvPicPr/>
              <p:nvPr/>
            </p:nvPicPr>
            <p:blipFill>
              <a:blip r:embed="rId18"/>
              <a:stretch>
                <a:fillRect/>
              </a:stretch>
            </p:blipFill>
            <p:spPr>
              <a:xfrm>
                <a:off x="6750931" y="5482862"/>
                <a:ext cx="1569600" cy="33624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Creating software without any formal </a:t>
            </a:r>
            <a:br>
              <a:rPr lang="en-US" dirty="0"/>
            </a:br>
            <a:r>
              <a:rPr lang="en-US" dirty="0"/>
              <a:t>guidelines or process</a:t>
            </a:r>
          </a:p>
        </p:txBody>
      </p:sp>
      <p:sp>
        <p:nvSpPr>
          <p:cNvPr id="3" name="Content Placeholder 2"/>
          <p:cNvSpPr>
            <a:spLocks noGrp="1"/>
          </p:cNvSpPr>
          <p:nvPr>
            <p:ph idx="1"/>
          </p:nvPr>
        </p:nvSpPr>
        <p:spPr/>
        <p:txBody>
          <a:bodyPr>
            <a:normAutofit/>
          </a:bodyPr>
          <a:lstStyle/>
          <a:p>
            <a:pPr algn="ctr">
              <a:spcBef>
                <a:spcPct val="0"/>
              </a:spcBef>
              <a:buNone/>
            </a:pPr>
            <a:r>
              <a:rPr lang="en-US" sz="5300" spc="-100" dirty="0">
                <a:solidFill>
                  <a:schemeClr val="accent1"/>
                </a:solidFill>
                <a:latin typeface="+mj-lt"/>
                <a:ea typeface="+mj-ea"/>
                <a:cs typeface="+mj-cs"/>
              </a:rPr>
              <a:t>The later a problem is found in software,  the more costly it is to fix.</a:t>
            </a:r>
          </a:p>
        </p:txBody>
      </p:sp>
      <p:sp>
        <p:nvSpPr>
          <p:cNvPr id="4" name="Slide Number Placeholder 3"/>
          <p:cNvSpPr>
            <a:spLocks noGrp="1"/>
          </p:cNvSpPr>
          <p:nvPr>
            <p:ph type="sldNum" sz="quarter" idx="12"/>
          </p:nvPr>
        </p:nvSpPr>
        <p:spPr/>
        <p:txBody>
          <a:bodyPr/>
          <a:lstStyle/>
          <a:p>
            <a:fld id="{4FCBA6A4-4AC1-4AE5-BF17-AC49EE4BA738}" type="slidenum">
              <a:rPr lang="en-US" smtClean="0"/>
              <a:pPr/>
              <a:t>5</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CEC8997-2F92-4C8C-896D-32A8EEA037E2}"/>
                  </a:ext>
                </a:extLst>
              </p14:cNvPr>
              <p14:cNvContentPartPr/>
              <p14:nvPr/>
            </p14:nvContentPartPr>
            <p14:xfrm>
              <a:off x="3945811" y="2763422"/>
              <a:ext cx="1677960" cy="53280"/>
            </p14:xfrm>
          </p:contentPart>
        </mc:Choice>
        <mc:Fallback xmlns="">
          <p:pic>
            <p:nvPicPr>
              <p:cNvPr id="5" name="Ink 4">
                <a:extLst>
                  <a:ext uri="{FF2B5EF4-FFF2-40B4-BE49-F238E27FC236}">
                    <a16:creationId xmlns:a16="http://schemas.microsoft.com/office/drawing/2014/main" id="{BCEC8997-2F92-4C8C-896D-32A8EEA037E2}"/>
                  </a:ext>
                </a:extLst>
              </p:cNvPr>
              <p:cNvPicPr/>
              <p:nvPr/>
            </p:nvPicPr>
            <p:blipFill>
              <a:blip r:embed="rId3"/>
              <a:stretch>
                <a:fillRect/>
              </a:stretch>
            </p:blipFill>
            <p:spPr>
              <a:xfrm>
                <a:off x="3936811" y="2754422"/>
                <a:ext cx="16956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767116E-EEE9-447D-A1F3-231597943D88}"/>
                  </a:ext>
                </a:extLst>
              </p14:cNvPr>
              <p14:cNvContentPartPr/>
              <p14:nvPr/>
            </p14:nvContentPartPr>
            <p14:xfrm>
              <a:off x="4697851" y="4169222"/>
              <a:ext cx="3268080" cy="13680"/>
            </p14:xfrm>
          </p:contentPart>
        </mc:Choice>
        <mc:Fallback xmlns="">
          <p:pic>
            <p:nvPicPr>
              <p:cNvPr id="6" name="Ink 5">
                <a:extLst>
                  <a:ext uri="{FF2B5EF4-FFF2-40B4-BE49-F238E27FC236}">
                    <a16:creationId xmlns:a16="http://schemas.microsoft.com/office/drawing/2014/main" id="{1767116E-EEE9-447D-A1F3-231597943D88}"/>
                  </a:ext>
                </a:extLst>
              </p:cNvPr>
              <p:cNvPicPr/>
              <p:nvPr/>
            </p:nvPicPr>
            <p:blipFill>
              <a:blip r:embed="rId5"/>
              <a:stretch>
                <a:fillRect/>
              </a:stretch>
            </p:blipFill>
            <p:spPr>
              <a:xfrm>
                <a:off x="4689211" y="4160582"/>
                <a:ext cx="32857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1D42C75-3A8A-458D-B620-54A187F4292E}"/>
                  </a:ext>
                </a:extLst>
              </p14:cNvPr>
              <p14:cNvContentPartPr/>
              <p14:nvPr/>
            </p14:nvContentPartPr>
            <p14:xfrm>
              <a:off x="252211" y="1975742"/>
              <a:ext cx="529560" cy="674640"/>
            </p14:xfrm>
          </p:contentPart>
        </mc:Choice>
        <mc:Fallback xmlns="">
          <p:pic>
            <p:nvPicPr>
              <p:cNvPr id="7" name="Ink 6">
                <a:extLst>
                  <a:ext uri="{FF2B5EF4-FFF2-40B4-BE49-F238E27FC236}">
                    <a16:creationId xmlns:a16="http://schemas.microsoft.com/office/drawing/2014/main" id="{A1D42C75-3A8A-458D-B620-54A187F4292E}"/>
                  </a:ext>
                </a:extLst>
              </p:cNvPr>
              <p:cNvPicPr/>
              <p:nvPr/>
            </p:nvPicPr>
            <p:blipFill>
              <a:blip r:embed="rId7"/>
              <a:stretch>
                <a:fillRect/>
              </a:stretch>
            </p:blipFill>
            <p:spPr>
              <a:xfrm>
                <a:off x="243211" y="1967102"/>
                <a:ext cx="547200" cy="6922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p:txBody>
          <a:bodyPr/>
          <a:lstStyle/>
          <a:p>
            <a:r>
              <a:rPr lang="en-US" dirty="0"/>
              <a:t>Database planning</a:t>
            </a:r>
          </a:p>
          <a:p>
            <a:r>
              <a:rPr lang="en-US" dirty="0"/>
              <a:t>System definition</a:t>
            </a:r>
          </a:p>
          <a:p>
            <a:r>
              <a:rPr lang="en-US" dirty="0"/>
              <a:t>Requirements collection </a:t>
            </a:r>
          </a:p>
          <a:p>
            <a:r>
              <a:rPr lang="en-US" dirty="0"/>
              <a:t>and analysis</a:t>
            </a:r>
          </a:p>
          <a:p>
            <a:r>
              <a:rPr lang="en-US" dirty="0"/>
              <a:t>Database design</a:t>
            </a:r>
          </a:p>
          <a:p>
            <a:r>
              <a:rPr lang="en-US" dirty="0"/>
              <a:t>DBMS selection (optional)</a:t>
            </a:r>
          </a:p>
          <a:p>
            <a:r>
              <a:rPr lang="en-US" dirty="0"/>
              <a:t>Application design</a:t>
            </a:r>
          </a:p>
          <a:p>
            <a:r>
              <a:rPr lang="en-US" dirty="0"/>
              <a:t>Prototyping (optional)</a:t>
            </a:r>
          </a:p>
          <a:p>
            <a:r>
              <a:rPr lang="en-US" dirty="0"/>
              <a:t>Implementation</a:t>
            </a:r>
          </a:p>
          <a:p>
            <a:r>
              <a:rPr lang="en-US" dirty="0"/>
              <a:t>Data conversion and loading</a:t>
            </a:r>
          </a:p>
          <a:p>
            <a:r>
              <a:rPr lang="en-US" dirty="0"/>
              <a:t>Testing</a:t>
            </a:r>
          </a:p>
          <a:p>
            <a:r>
              <a:rPr lang="en-US" dirty="0"/>
              <a:t>Operational maintenance</a:t>
            </a:r>
          </a:p>
        </p:txBody>
      </p:sp>
      <p:sp>
        <p:nvSpPr>
          <p:cNvPr id="4" name="Slide Number Placeholder 3"/>
          <p:cNvSpPr>
            <a:spLocks noGrp="1"/>
          </p:cNvSpPr>
          <p:nvPr>
            <p:ph type="sldNum" sz="quarter" idx="12"/>
          </p:nvPr>
        </p:nvSpPr>
        <p:spPr/>
        <p:txBody>
          <a:bodyPr/>
          <a:lstStyle/>
          <a:p>
            <a:fld id="{4FCBA6A4-4AC1-4AE5-BF17-AC49EE4BA738}"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9441AEF-4A95-4596-ADFB-042F8DD6DBD9}"/>
                  </a:ext>
                </a:extLst>
              </p14:cNvPr>
              <p14:cNvContentPartPr/>
              <p14:nvPr/>
            </p14:nvContentPartPr>
            <p14:xfrm>
              <a:off x="6019771" y="2187062"/>
              <a:ext cx="1285200" cy="1051920"/>
            </p14:xfrm>
          </p:contentPart>
        </mc:Choice>
        <mc:Fallback xmlns="">
          <p:pic>
            <p:nvPicPr>
              <p:cNvPr id="5" name="Ink 4">
                <a:extLst>
                  <a:ext uri="{FF2B5EF4-FFF2-40B4-BE49-F238E27FC236}">
                    <a16:creationId xmlns:a16="http://schemas.microsoft.com/office/drawing/2014/main" id="{D9441AEF-4A95-4596-ADFB-042F8DD6DBD9}"/>
                  </a:ext>
                </a:extLst>
              </p:cNvPr>
              <p:cNvPicPr/>
              <p:nvPr/>
            </p:nvPicPr>
            <p:blipFill>
              <a:blip r:embed="rId3"/>
              <a:stretch>
                <a:fillRect/>
              </a:stretch>
            </p:blipFill>
            <p:spPr>
              <a:xfrm>
                <a:off x="6010771" y="2178062"/>
                <a:ext cx="1302840" cy="1069560"/>
              </a:xfrm>
              <a:prstGeom prst="rect">
                <a:avLst/>
              </a:prstGeom>
            </p:spPr>
          </p:pic>
        </mc:Fallback>
      </mc:AlternateContent>
      <p:grpSp>
        <p:nvGrpSpPr>
          <p:cNvPr id="23" name="Group 22">
            <a:extLst>
              <a:ext uri="{FF2B5EF4-FFF2-40B4-BE49-F238E27FC236}">
                <a16:creationId xmlns:a16="http://schemas.microsoft.com/office/drawing/2014/main" id="{56B8A2B3-0016-4DA4-858D-6C9854898A4A}"/>
              </a:ext>
            </a:extLst>
          </p:cNvPr>
          <p:cNvGrpSpPr/>
          <p:nvPr/>
        </p:nvGrpSpPr>
        <p:grpSpPr>
          <a:xfrm>
            <a:off x="6980971" y="473822"/>
            <a:ext cx="1052280" cy="710280"/>
            <a:chOff x="6980971" y="473822"/>
            <a:chExt cx="1052280" cy="710280"/>
          </a:xfrm>
        </p:grpSpPr>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B7375EB4-A85A-4A70-9CAD-ACFE57D77470}"/>
                    </a:ext>
                  </a:extLst>
                </p14:cNvPr>
                <p14:cNvContentPartPr/>
                <p14:nvPr/>
              </p14:nvContentPartPr>
              <p14:xfrm>
                <a:off x="6980971" y="473822"/>
                <a:ext cx="262800" cy="710280"/>
              </p14:xfrm>
            </p:contentPart>
          </mc:Choice>
          <mc:Fallback xmlns="">
            <p:pic>
              <p:nvPicPr>
                <p:cNvPr id="21" name="Ink 20">
                  <a:extLst>
                    <a:ext uri="{FF2B5EF4-FFF2-40B4-BE49-F238E27FC236}">
                      <a16:creationId xmlns:a16="http://schemas.microsoft.com/office/drawing/2014/main" id="{B7375EB4-A85A-4A70-9CAD-ACFE57D77470}"/>
                    </a:ext>
                  </a:extLst>
                </p:cNvPr>
                <p:cNvPicPr/>
                <p:nvPr/>
              </p:nvPicPr>
              <p:blipFill>
                <a:blip r:embed="rId5"/>
                <a:stretch>
                  <a:fillRect/>
                </a:stretch>
              </p:blipFill>
              <p:spPr>
                <a:xfrm>
                  <a:off x="6972331" y="465182"/>
                  <a:ext cx="280440" cy="727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D1143902-CC48-4DA2-BE21-00B6D8EA2CE2}"/>
                    </a:ext>
                  </a:extLst>
                </p14:cNvPr>
                <p14:cNvContentPartPr/>
                <p14:nvPr/>
              </p14:nvContentPartPr>
              <p14:xfrm>
                <a:off x="7464451" y="552662"/>
                <a:ext cx="568800" cy="609840"/>
              </p14:xfrm>
            </p:contentPart>
          </mc:Choice>
          <mc:Fallback xmlns="">
            <p:pic>
              <p:nvPicPr>
                <p:cNvPr id="22" name="Ink 21">
                  <a:extLst>
                    <a:ext uri="{FF2B5EF4-FFF2-40B4-BE49-F238E27FC236}">
                      <a16:creationId xmlns:a16="http://schemas.microsoft.com/office/drawing/2014/main" id="{D1143902-CC48-4DA2-BE21-00B6D8EA2CE2}"/>
                    </a:ext>
                  </a:extLst>
                </p:cNvPr>
                <p:cNvPicPr/>
                <p:nvPr/>
              </p:nvPicPr>
              <p:blipFill>
                <a:blip r:embed="rId7"/>
                <a:stretch>
                  <a:fillRect/>
                </a:stretch>
              </p:blipFill>
              <p:spPr>
                <a:xfrm>
                  <a:off x="7455451" y="543662"/>
                  <a:ext cx="586440" cy="627480"/>
                </a:xfrm>
                <a:prstGeom prst="rect">
                  <a:avLst/>
                </a:prstGeom>
              </p:spPr>
            </p:pic>
          </mc:Fallback>
        </mc:AlternateContent>
      </p:grpSp>
      <p:grpSp>
        <p:nvGrpSpPr>
          <p:cNvPr id="27" name="Group 26">
            <a:extLst>
              <a:ext uri="{FF2B5EF4-FFF2-40B4-BE49-F238E27FC236}">
                <a16:creationId xmlns:a16="http://schemas.microsoft.com/office/drawing/2014/main" id="{82A1CF2F-6895-4DFF-89CF-DD51D0742858}"/>
              </a:ext>
            </a:extLst>
          </p:cNvPr>
          <p:cNvGrpSpPr/>
          <p:nvPr/>
        </p:nvGrpSpPr>
        <p:grpSpPr>
          <a:xfrm>
            <a:off x="2928451" y="320102"/>
            <a:ext cx="3409920" cy="1071000"/>
            <a:chOff x="2928451" y="320102"/>
            <a:chExt cx="3409920" cy="107100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65DFDB5-CA80-4428-877F-668877A63AAD}"/>
                    </a:ext>
                  </a:extLst>
                </p14:cNvPr>
                <p14:cNvContentPartPr/>
                <p14:nvPr/>
              </p14:nvContentPartPr>
              <p14:xfrm>
                <a:off x="2928451" y="331982"/>
                <a:ext cx="50400" cy="716760"/>
              </p14:xfrm>
            </p:contentPart>
          </mc:Choice>
          <mc:Fallback xmlns="">
            <p:pic>
              <p:nvPicPr>
                <p:cNvPr id="6" name="Ink 5">
                  <a:extLst>
                    <a:ext uri="{FF2B5EF4-FFF2-40B4-BE49-F238E27FC236}">
                      <a16:creationId xmlns:a16="http://schemas.microsoft.com/office/drawing/2014/main" id="{465DFDB5-CA80-4428-877F-668877A63AAD}"/>
                    </a:ext>
                  </a:extLst>
                </p:cNvPr>
                <p:cNvPicPr/>
                <p:nvPr/>
              </p:nvPicPr>
              <p:blipFill>
                <a:blip r:embed="rId9"/>
                <a:stretch>
                  <a:fillRect/>
                </a:stretch>
              </p:blipFill>
              <p:spPr>
                <a:xfrm>
                  <a:off x="2919811" y="323342"/>
                  <a:ext cx="680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6914CD9-201E-4296-8155-80A8A0114E70}"/>
                    </a:ext>
                  </a:extLst>
                </p14:cNvPr>
                <p14:cNvContentPartPr/>
                <p14:nvPr/>
              </p14:nvContentPartPr>
              <p14:xfrm>
                <a:off x="2941051" y="331982"/>
                <a:ext cx="297720" cy="259560"/>
              </p14:xfrm>
            </p:contentPart>
          </mc:Choice>
          <mc:Fallback xmlns="">
            <p:pic>
              <p:nvPicPr>
                <p:cNvPr id="7" name="Ink 6">
                  <a:extLst>
                    <a:ext uri="{FF2B5EF4-FFF2-40B4-BE49-F238E27FC236}">
                      <a16:creationId xmlns:a16="http://schemas.microsoft.com/office/drawing/2014/main" id="{36914CD9-201E-4296-8155-80A8A0114E70}"/>
                    </a:ext>
                  </a:extLst>
                </p:cNvPr>
                <p:cNvPicPr/>
                <p:nvPr/>
              </p:nvPicPr>
              <p:blipFill>
                <a:blip r:embed="rId11"/>
                <a:stretch>
                  <a:fillRect/>
                </a:stretch>
              </p:blipFill>
              <p:spPr>
                <a:xfrm>
                  <a:off x="2932051" y="322982"/>
                  <a:ext cx="3153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D13B95F0-F07B-4B90-9BA0-448532BBB0DF}"/>
                    </a:ext>
                  </a:extLst>
                </p14:cNvPr>
                <p14:cNvContentPartPr/>
                <p14:nvPr/>
              </p14:nvContentPartPr>
              <p14:xfrm>
                <a:off x="3379891" y="834542"/>
                <a:ext cx="138240" cy="321480"/>
              </p14:xfrm>
            </p:contentPart>
          </mc:Choice>
          <mc:Fallback xmlns="">
            <p:pic>
              <p:nvPicPr>
                <p:cNvPr id="8" name="Ink 7">
                  <a:extLst>
                    <a:ext uri="{FF2B5EF4-FFF2-40B4-BE49-F238E27FC236}">
                      <a16:creationId xmlns:a16="http://schemas.microsoft.com/office/drawing/2014/main" id="{D13B95F0-F07B-4B90-9BA0-448532BBB0DF}"/>
                    </a:ext>
                  </a:extLst>
                </p:cNvPr>
                <p:cNvPicPr/>
                <p:nvPr/>
              </p:nvPicPr>
              <p:blipFill>
                <a:blip r:embed="rId13"/>
                <a:stretch>
                  <a:fillRect/>
                </a:stretch>
              </p:blipFill>
              <p:spPr>
                <a:xfrm>
                  <a:off x="3370891" y="825902"/>
                  <a:ext cx="15588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80E928A2-9310-4829-B06A-4A83147F15C7}"/>
                    </a:ext>
                  </a:extLst>
                </p14:cNvPr>
                <p14:cNvContentPartPr/>
                <p14:nvPr/>
              </p14:nvContentPartPr>
              <p14:xfrm>
                <a:off x="3893251" y="810062"/>
                <a:ext cx="7560" cy="2880"/>
              </p14:xfrm>
            </p:contentPart>
          </mc:Choice>
          <mc:Fallback xmlns="">
            <p:pic>
              <p:nvPicPr>
                <p:cNvPr id="9" name="Ink 8">
                  <a:extLst>
                    <a:ext uri="{FF2B5EF4-FFF2-40B4-BE49-F238E27FC236}">
                      <a16:creationId xmlns:a16="http://schemas.microsoft.com/office/drawing/2014/main" id="{80E928A2-9310-4829-B06A-4A83147F15C7}"/>
                    </a:ext>
                  </a:extLst>
                </p:cNvPr>
                <p:cNvPicPr/>
                <p:nvPr/>
              </p:nvPicPr>
              <p:blipFill>
                <a:blip r:embed="rId15"/>
                <a:stretch>
                  <a:fillRect/>
                </a:stretch>
              </p:blipFill>
              <p:spPr>
                <a:xfrm>
                  <a:off x="3884611" y="801062"/>
                  <a:ext cx="252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624E0E17-95BA-4ED8-BE61-4BF30DD03AE6}"/>
                    </a:ext>
                  </a:extLst>
                </p14:cNvPr>
                <p14:cNvContentPartPr/>
                <p14:nvPr/>
              </p14:nvContentPartPr>
              <p14:xfrm>
                <a:off x="3819091" y="1036862"/>
                <a:ext cx="118440" cy="72000"/>
              </p14:xfrm>
            </p:contentPart>
          </mc:Choice>
          <mc:Fallback xmlns="">
            <p:pic>
              <p:nvPicPr>
                <p:cNvPr id="10" name="Ink 9">
                  <a:extLst>
                    <a:ext uri="{FF2B5EF4-FFF2-40B4-BE49-F238E27FC236}">
                      <a16:creationId xmlns:a16="http://schemas.microsoft.com/office/drawing/2014/main" id="{624E0E17-95BA-4ED8-BE61-4BF30DD03AE6}"/>
                    </a:ext>
                  </a:extLst>
                </p:cNvPr>
                <p:cNvPicPr/>
                <p:nvPr/>
              </p:nvPicPr>
              <p:blipFill>
                <a:blip r:embed="rId17"/>
                <a:stretch>
                  <a:fillRect/>
                </a:stretch>
              </p:blipFill>
              <p:spPr>
                <a:xfrm>
                  <a:off x="3810451" y="1028222"/>
                  <a:ext cx="1360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846C3CB8-10D2-45AD-9E14-9E658120D69A}"/>
                    </a:ext>
                  </a:extLst>
                </p14:cNvPr>
                <p14:cNvContentPartPr/>
                <p14:nvPr/>
              </p14:nvContentPartPr>
              <p14:xfrm>
                <a:off x="3537931" y="866942"/>
                <a:ext cx="147240" cy="214200"/>
              </p14:xfrm>
            </p:contentPart>
          </mc:Choice>
          <mc:Fallback xmlns="">
            <p:pic>
              <p:nvPicPr>
                <p:cNvPr id="13" name="Ink 12">
                  <a:extLst>
                    <a:ext uri="{FF2B5EF4-FFF2-40B4-BE49-F238E27FC236}">
                      <a16:creationId xmlns:a16="http://schemas.microsoft.com/office/drawing/2014/main" id="{846C3CB8-10D2-45AD-9E14-9E658120D69A}"/>
                    </a:ext>
                  </a:extLst>
                </p:cNvPr>
                <p:cNvPicPr/>
                <p:nvPr/>
              </p:nvPicPr>
              <p:blipFill>
                <a:blip r:embed="rId19"/>
                <a:stretch>
                  <a:fillRect/>
                </a:stretch>
              </p:blipFill>
              <p:spPr>
                <a:xfrm>
                  <a:off x="3529291" y="857942"/>
                  <a:ext cx="1648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B0A9F781-C0B4-4F0A-9542-ADF8061D9CD8}"/>
                    </a:ext>
                  </a:extLst>
                </p14:cNvPr>
                <p14:cNvContentPartPr/>
                <p14:nvPr/>
              </p14:nvContentPartPr>
              <p14:xfrm>
                <a:off x="3956611" y="814382"/>
                <a:ext cx="13320" cy="20160"/>
              </p14:xfrm>
            </p:contentPart>
          </mc:Choice>
          <mc:Fallback xmlns="">
            <p:pic>
              <p:nvPicPr>
                <p:cNvPr id="14" name="Ink 13">
                  <a:extLst>
                    <a:ext uri="{FF2B5EF4-FFF2-40B4-BE49-F238E27FC236}">
                      <a16:creationId xmlns:a16="http://schemas.microsoft.com/office/drawing/2014/main" id="{B0A9F781-C0B4-4F0A-9542-ADF8061D9CD8}"/>
                    </a:ext>
                  </a:extLst>
                </p:cNvPr>
                <p:cNvPicPr/>
                <p:nvPr/>
              </p:nvPicPr>
              <p:blipFill>
                <a:blip r:embed="rId21"/>
                <a:stretch>
                  <a:fillRect/>
                </a:stretch>
              </p:blipFill>
              <p:spPr>
                <a:xfrm>
                  <a:off x="3947611" y="805382"/>
                  <a:ext cx="309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A1BBA8FE-A6E7-4FBA-8A72-F2A632A0B928}"/>
                    </a:ext>
                  </a:extLst>
                </p14:cNvPr>
                <p14:cNvContentPartPr/>
                <p14:nvPr/>
              </p14:nvContentPartPr>
              <p14:xfrm>
                <a:off x="3819091" y="1032542"/>
                <a:ext cx="275400" cy="312840"/>
              </p14:xfrm>
            </p:contentPart>
          </mc:Choice>
          <mc:Fallback xmlns="">
            <p:pic>
              <p:nvPicPr>
                <p:cNvPr id="15" name="Ink 14">
                  <a:extLst>
                    <a:ext uri="{FF2B5EF4-FFF2-40B4-BE49-F238E27FC236}">
                      <a16:creationId xmlns:a16="http://schemas.microsoft.com/office/drawing/2014/main" id="{A1BBA8FE-A6E7-4FBA-8A72-F2A632A0B928}"/>
                    </a:ext>
                  </a:extLst>
                </p:cNvPr>
                <p:cNvPicPr/>
                <p:nvPr/>
              </p:nvPicPr>
              <p:blipFill>
                <a:blip r:embed="rId23"/>
                <a:stretch>
                  <a:fillRect/>
                </a:stretch>
              </p:blipFill>
              <p:spPr>
                <a:xfrm>
                  <a:off x="3810451" y="1023902"/>
                  <a:ext cx="29304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4ED7A1E5-C657-4F6F-B82D-3BCC3D7917B6}"/>
                    </a:ext>
                  </a:extLst>
                </p14:cNvPr>
                <p14:cNvContentPartPr/>
                <p14:nvPr/>
              </p14:nvContentPartPr>
              <p14:xfrm>
                <a:off x="4371331" y="368702"/>
                <a:ext cx="288360" cy="747360"/>
              </p14:xfrm>
            </p:contentPart>
          </mc:Choice>
          <mc:Fallback xmlns="">
            <p:pic>
              <p:nvPicPr>
                <p:cNvPr id="16" name="Ink 15">
                  <a:extLst>
                    <a:ext uri="{FF2B5EF4-FFF2-40B4-BE49-F238E27FC236}">
                      <a16:creationId xmlns:a16="http://schemas.microsoft.com/office/drawing/2014/main" id="{4ED7A1E5-C657-4F6F-B82D-3BCC3D7917B6}"/>
                    </a:ext>
                  </a:extLst>
                </p:cNvPr>
                <p:cNvPicPr/>
                <p:nvPr/>
              </p:nvPicPr>
              <p:blipFill>
                <a:blip r:embed="rId25"/>
                <a:stretch>
                  <a:fillRect/>
                </a:stretch>
              </p:blipFill>
              <p:spPr>
                <a:xfrm>
                  <a:off x="4362691" y="359702"/>
                  <a:ext cx="306000" cy="765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8540F13-1C46-4EEE-92A7-8BFF4CD6BCBB}"/>
                    </a:ext>
                  </a:extLst>
                </p14:cNvPr>
                <p14:cNvContentPartPr/>
                <p14:nvPr/>
              </p14:nvContentPartPr>
              <p14:xfrm>
                <a:off x="4877131" y="786302"/>
                <a:ext cx="280800" cy="221040"/>
              </p14:xfrm>
            </p:contentPart>
          </mc:Choice>
          <mc:Fallback xmlns="">
            <p:pic>
              <p:nvPicPr>
                <p:cNvPr id="17" name="Ink 16">
                  <a:extLst>
                    <a:ext uri="{FF2B5EF4-FFF2-40B4-BE49-F238E27FC236}">
                      <a16:creationId xmlns:a16="http://schemas.microsoft.com/office/drawing/2014/main" id="{28540F13-1C46-4EEE-92A7-8BFF4CD6BCBB}"/>
                    </a:ext>
                  </a:extLst>
                </p:cNvPr>
                <p:cNvPicPr/>
                <p:nvPr/>
              </p:nvPicPr>
              <p:blipFill>
                <a:blip r:embed="rId27"/>
                <a:stretch>
                  <a:fillRect/>
                </a:stretch>
              </p:blipFill>
              <p:spPr>
                <a:xfrm>
                  <a:off x="4868491" y="777302"/>
                  <a:ext cx="2984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AA9A2EA6-1E38-43F7-9883-1BF2F6D8009B}"/>
                    </a:ext>
                  </a:extLst>
                </p14:cNvPr>
                <p14:cNvContentPartPr/>
                <p14:nvPr/>
              </p14:nvContentPartPr>
              <p14:xfrm>
                <a:off x="5408851" y="664262"/>
                <a:ext cx="330480" cy="322920"/>
              </p14:xfrm>
            </p:contentPart>
          </mc:Choice>
          <mc:Fallback xmlns="">
            <p:pic>
              <p:nvPicPr>
                <p:cNvPr id="18" name="Ink 17">
                  <a:extLst>
                    <a:ext uri="{FF2B5EF4-FFF2-40B4-BE49-F238E27FC236}">
                      <a16:creationId xmlns:a16="http://schemas.microsoft.com/office/drawing/2014/main" id="{AA9A2EA6-1E38-43F7-9883-1BF2F6D8009B}"/>
                    </a:ext>
                  </a:extLst>
                </p:cNvPr>
                <p:cNvPicPr/>
                <p:nvPr/>
              </p:nvPicPr>
              <p:blipFill>
                <a:blip r:embed="rId29"/>
                <a:stretch>
                  <a:fillRect/>
                </a:stretch>
              </p:blipFill>
              <p:spPr>
                <a:xfrm>
                  <a:off x="5399851" y="655622"/>
                  <a:ext cx="34812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BBC935E4-B469-4EDE-ACBD-3215E68E2025}"/>
                    </a:ext>
                  </a:extLst>
                </p14:cNvPr>
                <p14:cNvContentPartPr/>
                <p14:nvPr/>
              </p14:nvContentPartPr>
              <p14:xfrm>
                <a:off x="6019771" y="320102"/>
                <a:ext cx="99720" cy="810720"/>
              </p14:xfrm>
            </p:contentPart>
          </mc:Choice>
          <mc:Fallback xmlns="">
            <p:pic>
              <p:nvPicPr>
                <p:cNvPr id="19" name="Ink 18">
                  <a:extLst>
                    <a:ext uri="{FF2B5EF4-FFF2-40B4-BE49-F238E27FC236}">
                      <a16:creationId xmlns:a16="http://schemas.microsoft.com/office/drawing/2014/main" id="{BBC935E4-B469-4EDE-ACBD-3215E68E2025}"/>
                    </a:ext>
                  </a:extLst>
                </p:cNvPr>
                <p:cNvPicPr/>
                <p:nvPr/>
              </p:nvPicPr>
              <p:blipFill>
                <a:blip r:embed="rId31"/>
                <a:stretch>
                  <a:fillRect/>
                </a:stretch>
              </p:blipFill>
              <p:spPr>
                <a:xfrm>
                  <a:off x="6010771" y="311102"/>
                  <a:ext cx="117360" cy="828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BD7DEC12-6E61-4EE2-9E59-A02F3A130AA8}"/>
                    </a:ext>
                  </a:extLst>
                </p14:cNvPr>
                <p14:cNvContentPartPr/>
                <p14:nvPr/>
              </p14:nvContentPartPr>
              <p14:xfrm>
                <a:off x="5755531" y="627902"/>
                <a:ext cx="582840" cy="113760"/>
              </p14:xfrm>
            </p:contentPart>
          </mc:Choice>
          <mc:Fallback xmlns="">
            <p:pic>
              <p:nvPicPr>
                <p:cNvPr id="20" name="Ink 19">
                  <a:extLst>
                    <a:ext uri="{FF2B5EF4-FFF2-40B4-BE49-F238E27FC236}">
                      <a16:creationId xmlns:a16="http://schemas.microsoft.com/office/drawing/2014/main" id="{BD7DEC12-6E61-4EE2-9E59-A02F3A130AA8}"/>
                    </a:ext>
                  </a:extLst>
                </p:cNvPr>
                <p:cNvPicPr/>
                <p:nvPr/>
              </p:nvPicPr>
              <p:blipFill>
                <a:blip r:embed="rId33"/>
                <a:stretch>
                  <a:fillRect/>
                </a:stretch>
              </p:blipFill>
              <p:spPr>
                <a:xfrm>
                  <a:off x="5746531" y="618902"/>
                  <a:ext cx="6004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8BE62A62-53D3-4DC3-8D9F-19D83B2E1BA5}"/>
                    </a:ext>
                  </a:extLst>
                </p14:cNvPr>
                <p14:cNvContentPartPr/>
                <p14:nvPr/>
              </p14:nvContentPartPr>
              <p14:xfrm>
                <a:off x="3839611" y="951902"/>
                <a:ext cx="159480" cy="184320"/>
              </p14:xfrm>
            </p:contentPart>
          </mc:Choice>
          <mc:Fallback xmlns="">
            <p:pic>
              <p:nvPicPr>
                <p:cNvPr id="25" name="Ink 24">
                  <a:extLst>
                    <a:ext uri="{FF2B5EF4-FFF2-40B4-BE49-F238E27FC236}">
                      <a16:creationId xmlns:a16="http://schemas.microsoft.com/office/drawing/2014/main" id="{8BE62A62-53D3-4DC3-8D9F-19D83B2E1BA5}"/>
                    </a:ext>
                  </a:extLst>
                </p:cNvPr>
                <p:cNvPicPr/>
                <p:nvPr/>
              </p:nvPicPr>
              <p:blipFill>
                <a:blip r:embed="rId35"/>
                <a:stretch>
                  <a:fillRect/>
                </a:stretch>
              </p:blipFill>
              <p:spPr>
                <a:xfrm>
                  <a:off x="3830611" y="943262"/>
                  <a:ext cx="1771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8DE5CC9E-3308-4AC1-B598-B394FD2E2CB0}"/>
                    </a:ext>
                  </a:extLst>
                </p14:cNvPr>
                <p14:cNvContentPartPr/>
                <p14:nvPr/>
              </p14:nvContentPartPr>
              <p14:xfrm>
                <a:off x="3807211" y="927422"/>
                <a:ext cx="335520" cy="463680"/>
              </p14:xfrm>
            </p:contentPart>
          </mc:Choice>
          <mc:Fallback xmlns="">
            <p:pic>
              <p:nvPicPr>
                <p:cNvPr id="26" name="Ink 25">
                  <a:extLst>
                    <a:ext uri="{FF2B5EF4-FFF2-40B4-BE49-F238E27FC236}">
                      <a16:creationId xmlns:a16="http://schemas.microsoft.com/office/drawing/2014/main" id="{8DE5CC9E-3308-4AC1-B598-B394FD2E2CB0}"/>
                    </a:ext>
                  </a:extLst>
                </p:cNvPr>
                <p:cNvPicPr/>
                <p:nvPr/>
              </p:nvPicPr>
              <p:blipFill>
                <a:blip r:embed="rId37"/>
                <a:stretch>
                  <a:fillRect/>
                </a:stretch>
              </p:blipFill>
              <p:spPr>
                <a:xfrm>
                  <a:off x="3798571" y="918422"/>
                  <a:ext cx="353160" cy="48132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667000" y="762000"/>
            <a:ext cx="6096000" cy="5334000"/>
          </a:xfrm>
        </p:spPr>
        <p:txBody>
          <a:bodyPr>
            <a:normAutofit/>
          </a:bodyPr>
          <a:lstStyle/>
          <a:p>
            <a:pPr marL="463550" indent="-463550"/>
            <a:r>
              <a:rPr lang="en-US" sz="3000" b="1" dirty="0"/>
              <a:t>Database Planning</a:t>
            </a:r>
          </a:p>
          <a:p>
            <a:pPr marL="804863" lvl="1" indent="-341313" algn="just">
              <a:lnSpc>
                <a:spcPct val="120000"/>
              </a:lnSpc>
            </a:pPr>
            <a:r>
              <a:rPr lang="en-US" sz="2600" dirty="0"/>
              <a:t>The management activities that allow the stages of the database system development lifecycle to be realized as efficiently and effectively as possible.</a:t>
            </a:r>
          </a:p>
          <a:p>
            <a:pPr marL="1262063" lvl="2" indent="-341313">
              <a:lnSpc>
                <a:spcPct val="120000"/>
              </a:lnSpc>
            </a:pPr>
            <a:r>
              <a:rPr lang="en-US" sz="2400" dirty="0"/>
              <a:t>identification of activity</a:t>
            </a:r>
          </a:p>
          <a:p>
            <a:pPr marL="1262063" lvl="2" indent="-341313">
              <a:lnSpc>
                <a:spcPct val="120000"/>
              </a:lnSpc>
            </a:pPr>
            <a:r>
              <a:rPr lang="en-US" sz="2400" dirty="0"/>
              <a:t>evaluation of current information systems to determine existing strengths and weaknesses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7</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57C3EAC-0112-41A5-89F5-73D202BBD19A}"/>
                  </a:ext>
                </a:extLst>
              </p14:cNvPr>
              <p14:cNvContentPartPr/>
              <p14:nvPr/>
            </p14:nvContentPartPr>
            <p14:xfrm>
              <a:off x="4941931" y="2568302"/>
              <a:ext cx="1283760" cy="18720"/>
            </p14:xfrm>
          </p:contentPart>
        </mc:Choice>
        <mc:Fallback xmlns="">
          <p:pic>
            <p:nvPicPr>
              <p:cNvPr id="5" name="Ink 4">
                <a:extLst>
                  <a:ext uri="{FF2B5EF4-FFF2-40B4-BE49-F238E27FC236}">
                    <a16:creationId xmlns:a16="http://schemas.microsoft.com/office/drawing/2014/main" id="{057C3EAC-0112-41A5-89F5-73D202BBD19A}"/>
                  </a:ext>
                </a:extLst>
              </p:cNvPr>
              <p:cNvPicPr/>
              <p:nvPr/>
            </p:nvPicPr>
            <p:blipFill>
              <a:blip r:embed="rId3"/>
              <a:stretch>
                <a:fillRect/>
              </a:stretch>
            </p:blipFill>
            <p:spPr>
              <a:xfrm>
                <a:off x="4933291" y="2559662"/>
                <a:ext cx="1301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A34AD4B-1679-499D-9E99-09AF317D6787}"/>
                  </a:ext>
                </a:extLst>
              </p14:cNvPr>
              <p14:cNvContentPartPr/>
              <p14:nvPr/>
            </p14:nvContentPartPr>
            <p14:xfrm>
              <a:off x="3652411" y="3345542"/>
              <a:ext cx="4869720" cy="54360"/>
            </p14:xfrm>
          </p:contentPart>
        </mc:Choice>
        <mc:Fallback xmlns="">
          <p:pic>
            <p:nvPicPr>
              <p:cNvPr id="6" name="Ink 5">
                <a:extLst>
                  <a:ext uri="{FF2B5EF4-FFF2-40B4-BE49-F238E27FC236}">
                    <a16:creationId xmlns:a16="http://schemas.microsoft.com/office/drawing/2014/main" id="{6A34AD4B-1679-499D-9E99-09AF317D6787}"/>
                  </a:ext>
                </a:extLst>
              </p:cNvPr>
              <p:cNvPicPr/>
              <p:nvPr/>
            </p:nvPicPr>
            <p:blipFill>
              <a:blip r:embed="rId5"/>
              <a:stretch>
                <a:fillRect/>
              </a:stretch>
            </p:blipFill>
            <p:spPr>
              <a:xfrm>
                <a:off x="3643771" y="3336902"/>
                <a:ext cx="4887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2C546568-C133-4B59-92D9-80066A1E35E0}"/>
                  </a:ext>
                </a:extLst>
              </p14:cNvPr>
              <p14:cNvContentPartPr/>
              <p14:nvPr/>
            </p14:nvContentPartPr>
            <p14:xfrm>
              <a:off x="3953371" y="4424822"/>
              <a:ext cx="2990160" cy="30240"/>
            </p14:xfrm>
          </p:contentPart>
        </mc:Choice>
        <mc:Fallback xmlns="">
          <p:pic>
            <p:nvPicPr>
              <p:cNvPr id="7" name="Ink 6">
                <a:extLst>
                  <a:ext uri="{FF2B5EF4-FFF2-40B4-BE49-F238E27FC236}">
                    <a16:creationId xmlns:a16="http://schemas.microsoft.com/office/drawing/2014/main" id="{2C546568-C133-4B59-92D9-80066A1E35E0}"/>
                  </a:ext>
                </a:extLst>
              </p:cNvPr>
              <p:cNvPicPr/>
              <p:nvPr/>
            </p:nvPicPr>
            <p:blipFill>
              <a:blip r:embed="rId7"/>
              <a:stretch>
                <a:fillRect/>
              </a:stretch>
            </p:blipFill>
            <p:spPr>
              <a:xfrm>
                <a:off x="3944731" y="4415822"/>
                <a:ext cx="3007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6122DD7-15D5-43D5-B25E-23431D0EE9B1}"/>
                  </a:ext>
                </a:extLst>
              </p14:cNvPr>
              <p14:cNvContentPartPr/>
              <p14:nvPr/>
            </p14:nvContentPartPr>
            <p14:xfrm>
              <a:off x="4035091" y="4920182"/>
              <a:ext cx="3984480" cy="30240"/>
            </p14:xfrm>
          </p:contentPart>
        </mc:Choice>
        <mc:Fallback xmlns="">
          <p:pic>
            <p:nvPicPr>
              <p:cNvPr id="8" name="Ink 7">
                <a:extLst>
                  <a:ext uri="{FF2B5EF4-FFF2-40B4-BE49-F238E27FC236}">
                    <a16:creationId xmlns:a16="http://schemas.microsoft.com/office/drawing/2014/main" id="{96122DD7-15D5-43D5-B25E-23431D0EE9B1}"/>
                  </a:ext>
                </a:extLst>
              </p:cNvPr>
              <p:cNvPicPr/>
              <p:nvPr/>
            </p:nvPicPr>
            <p:blipFill>
              <a:blip r:embed="rId9"/>
              <a:stretch>
                <a:fillRect/>
              </a:stretch>
            </p:blipFill>
            <p:spPr>
              <a:xfrm>
                <a:off x="4026091" y="4911182"/>
                <a:ext cx="40021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6041E6B-D19E-4F70-9192-B15122D29319}"/>
                  </a:ext>
                </a:extLst>
              </p14:cNvPr>
              <p14:cNvContentPartPr/>
              <p14:nvPr/>
            </p14:nvContentPartPr>
            <p14:xfrm>
              <a:off x="4201771" y="5402942"/>
              <a:ext cx="3353760" cy="47160"/>
            </p14:xfrm>
          </p:contentPart>
        </mc:Choice>
        <mc:Fallback xmlns="">
          <p:pic>
            <p:nvPicPr>
              <p:cNvPr id="9" name="Ink 8">
                <a:extLst>
                  <a:ext uri="{FF2B5EF4-FFF2-40B4-BE49-F238E27FC236}">
                    <a16:creationId xmlns:a16="http://schemas.microsoft.com/office/drawing/2014/main" id="{B6041E6B-D19E-4F70-9192-B15122D29319}"/>
                  </a:ext>
                </a:extLst>
              </p:cNvPr>
              <p:cNvPicPr/>
              <p:nvPr/>
            </p:nvPicPr>
            <p:blipFill>
              <a:blip r:embed="rId11"/>
              <a:stretch>
                <a:fillRect/>
              </a:stretch>
            </p:blipFill>
            <p:spPr>
              <a:xfrm>
                <a:off x="4192771" y="5394302"/>
                <a:ext cx="33714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B5C97E5-0924-4FB5-8A37-089A4D38D855}"/>
                  </a:ext>
                </a:extLst>
              </p14:cNvPr>
              <p14:cNvContentPartPr/>
              <p14:nvPr/>
            </p14:nvContentPartPr>
            <p14:xfrm>
              <a:off x="4165051" y="5893982"/>
              <a:ext cx="3110400" cy="70920"/>
            </p14:xfrm>
          </p:contentPart>
        </mc:Choice>
        <mc:Fallback xmlns="">
          <p:pic>
            <p:nvPicPr>
              <p:cNvPr id="10" name="Ink 9">
                <a:extLst>
                  <a:ext uri="{FF2B5EF4-FFF2-40B4-BE49-F238E27FC236}">
                    <a16:creationId xmlns:a16="http://schemas.microsoft.com/office/drawing/2014/main" id="{AB5C97E5-0924-4FB5-8A37-089A4D38D855}"/>
                  </a:ext>
                </a:extLst>
              </p:cNvPr>
              <p:cNvPicPr/>
              <p:nvPr/>
            </p:nvPicPr>
            <p:blipFill>
              <a:blip r:embed="rId13"/>
              <a:stretch>
                <a:fillRect/>
              </a:stretch>
            </p:blipFill>
            <p:spPr>
              <a:xfrm>
                <a:off x="4156411" y="5884982"/>
                <a:ext cx="31280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554F83A4-AD34-4CCD-9992-91584E623FF0}"/>
                  </a:ext>
                </a:extLst>
              </p14:cNvPr>
              <p14:cNvContentPartPr/>
              <p14:nvPr/>
            </p14:nvContentPartPr>
            <p14:xfrm>
              <a:off x="-2367509" y="1134782"/>
              <a:ext cx="324360" cy="903960"/>
            </p14:xfrm>
          </p:contentPart>
        </mc:Choice>
        <mc:Fallback xmlns="">
          <p:pic>
            <p:nvPicPr>
              <p:cNvPr id="11" name="Ink 10">
                <a:extLst>
                  <a:ext uri="{FF2B5EF4-FFF2-40B4-BE49-F238E27FC236}">
                    <a16:creationId xmlns:a16="http://schemas.microsoft.com/office/drawing/2014/main" id="{554F83A4-AD34-4CCD-9992-91584E623FF0}"/>
                  </a:ext>
                </a:extLst>
              </p:cNvPr>
              <p:cNvPicPr/>
              <p:nvPr/>
            </p:nvPicPr>
            <p:blipFill>
              <a:blip r:embed="rId15"/>
              <a:stretch>
                <a:fillRect/>
              </a:stretch>
            </p:blipFill>
            <p:spPr>
              <a:xfrm>
                <a:off x="-2376149" y="1125782"/>
                <a:ext cx="342000" cy="921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BD18B78B-C664-436F-9BB5-FD217E7BC2B2}"/>
                  </a:ext>
                </a:extLst>
              </p14:cNvPr>
              <p14:cNvContentPartPr/>
              <p14:nvPr/>
            </p14:nvContentPartPr>
            <p14:xfrm>
              <a:off x="-2517989" y="1142702"/>
              <a:ext cx="467280" cy="255240"/>
            </p14:xfrm>
          </p:contentPart>
        </mc:Choice>
        <mc:Fallback xmlns="">
          <p:pic>
            <p:nvPicPr>
              <p:cNvPr id="12" name="Ink 11">
                <a:extLst>
                  <a:ext uri="{FF2B5EF4-FFF2-40B4-BE49-F238E27FC236}">
                    <a16:creationId xmlns:a16="http://schemas.microsoft.com/office/drawing/2014/main" id="{BD18B78B-C664-436F-9BB5-FD217E7BC2B2}"/>
                  </a:ext>
                </a:extLst>
              </p:cNvPr>
              <p:cNvPicPr/>
              <p:nvPr/>
            </p:nvPicPr>
            <p:blipFill>
              <a:blip r:embed="rId17"/>
              <a:stretch>
                <a:fillRect/>
              </a:stretch>
            </p:blipFill>
            <p:spPr>
              <a:xfrm>
                <a:off x="-2526629" y="1134062"/>
                <a:ext cx="4849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A4AAC7FE-6A41-4729-ADE4-35CC55D111BE}"/>
                  </a:ext>
                </a:extLst>
              </p14:cNvPr>
              <p14:cNvContentPartPr/>
              <p14:nvPr/>
            </p14:nvContentPartPr>
            <p14:xfrm>
              <a:off x="-2029469" y="1932542"/>
              <a:ext cx="352080" cy="255240"/>
            </p14:xfrm>
          </p:contentPart>
        </mc:Choice>
        <mc:Fallback xmlns="">
          <p:pic>
            <p:nvPicPr>
              <p:cNvPr id="13" name="Ink 12">
                <a:extLst>
                  <a:ext uri="{FF2B5EF4-FFF2-40B4-BE49-F238E27FC236}">
                    <a16:creationId xmlns:a16="http://schemas.microsoft.com/office/drawing/2014/main" id="{A4AAC7FE-6A41-4729-ADE4-35CC55D111BE}"/>
                  </a:ext>
                </a:extLst>
              </p:cNvPr>
              <p:cNvPicPr/>
              <p:nvPr/>
            </p:nvPicPr>
            <p:blipFill>
              <a:blip r:embed="rId19"/>
              <a:stretch>
                <a:fillRect/>
              </a:stretch>
            </p:blipFill>
            <p:spPr>
              <a:xfrm>
                <a:off x="-2038109" y="1923902"/>
                <a:ext cx="3697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E02AFD34-4497-4EDC-A6EB-593CDEF96B00}"/>
                  </a:ext>
                </a:extLst>
              </p14:cNvPr>
              <p14:cNvContentPartPr/>
              <p14:nvPr/>
            </p14:nvContentPartPr>
            <p14:xfrm>
              <a:off x="-1843349" y="1122182"/>
              <a:ext cx="596520" cy="955440"/>
            </p14:xfrm>
          </p:contentPart>
        </mc:Choice>
        <mc:Fallback xmlns="">
          <p:pic>
            <p:nvPicPr>
              <p:cNvPr id="14" name="Ink 13">
                <a:extLst>
                  <a:ext uri="{FF2B5EF4-FFF2-40B4-BE49-F238E27FC236}">
                    <a16:creationId xmlns:a16="http://schemas.microsoft.com/office/drawing/2014/main" id="{E02AFD34-4497-4EDC-A6EB-593CDEF96B00}"/>
                  </a:ext>
                </a:extLst>
              </p:cNvPr>
              <p:cNvPicPr/>
              <p:nvPr/>
            </p:nvPicPr>
            <p:blipFill>
              <a:blip r:embed="rId21"/>
              <a:stretch>
                <a:fillRect/>
              </a:stretch>
            </p:blipFill>
            <p:spPr>
              <a:xfrm>
                <a:off x="-1852349" y="1113182"/>
                <a:ext cx="614160" cy="9730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514600" y="762000"/>
            <a:ext cx="6400800" cy="5222748"/>
          </a:xfrm>
        </p:spPr>
        <p:txBody>
          <a:bodyPr/>
          <a:lstStyle/>
          <a:p>
            <a:pPr marL="463550" indent="-463550"/>
            <a:r>
              <a:rPr lang="en-US" sz="3000" b="1" dirty="0"/>
              <a:t>System Definition</a:t>
            </a:r>
          </a:p>
          <a:p>
            <a:pPr marL="966470" lvl="1" indent="-463550"/>
            <a:r>
              <a:rPr lang="en-US" sz="2800" dirty="0"/>
              <a:t>Describes the scope and boundaries of the database application and the major user views.</a:t>
            </a:r>
          </a:p>
          <a:p>
            <a:pPr marL="966470" lvl="1" indent="-463550"/>
            <a:r>
              <a:rPr lang="en-US" sz="2400" b="1" dirty="0"/>
              <a:t>User Views</a:t>
            </a:r>
          </a:p>
          <a:p>
            <a:pPr marL="966470" lvl="1" indent="-463550"/>
            <a:endParaRPr lang="en-US" sz="2800" b="1" dirty="0"/>
          </a:p>
          <a:p>
            <a:pPr marL="966470" lvl="1" indent="-463550"/>
            <a:endParaRPr lang="en-US" sz="2800" b="1" dirty="0"/>
          </a:p>
          <a:p>
            <a:pPr marL="966470" lvl="1" indent="-463550"/>
            <a:endParaRPr lang="en-US" sz="2800" b="1" dirty="0"/>
          </a:p>
          <a:p>
            <a:pPr marL="966470" lvl="1" indent="-463550"/>
            <a:endParaRPr lang="en-US" sz="2800" b="1" dirty="0"/>
          </a:p>
          <a:p>
            <a:pPr marL="966470" lvl="1" indent="-463550"/>
            <a:endParaRPr lang="en-US" sz="2800" b="1" dirty="0"/>
          </a:p>
          <a:p>
            <a:pPr marL="463550" indent="-463550"/>
            <a:endParaRPr lang="en-US" dirty="0"/>
          </a:p>
          <a:p>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8</a:t>
            </a:fld>
            <a:endParaRPr lang="en-US" dirty="0"/>
          </a:p>
        </p:txBody>
      </p:sp>
      <p:pic>
        <p:nvPicPr>
          <p:cNvPr id="2050" name="Picture 2"/>
          <p:cNvPicPr>
            <a:picLocks noChangeAspect="1" noChangeArrowheads="1"/>
          </p:cNvPicPr>
          <p:nvPr/>
        </p:nvPicPr>
        <p:blipFill>
          <a:blip r:embed="rId2"/>
          <a:srcRect/>
          <a:stretch>
            <a:fillRect/>
          </a:stretch>
        </p:blipFill>
        <p:spPr bwMode="auto">
          <a:xfrm>
            <a:off x="3581400" y="2819400"/>
            <a:ext cx="4667250" cy="3714750"/>
          </a:xfrm>
          <a:prstGeom prst="rect">
            <a:avLst/>
          </a:prstGeom>
          <a:noFill/>
          <a:ln w="9525">
            <a:noFill/>
            <a:miter lim="800000"/>
            <a:headEnd/>
            <a:tailEnd/>
          </a:ln>
          <a:effectLst/>
        </p:spPr>
      </p:pic>
      <p:grpSp>
        <p:nvGrpSpPr>
          <p:cNvPr id="16" name="Group 15">
            <a:extLst>
              <a:ext uri="{FF2B5EF4-FFF2-40B4-BE49-F238E27FC236}">
                <a16:creationId xmlns:a16="http://schemas.microsoft.com/office/drawing/2014/main" id="{8179A340-3955-482C-906A-EFA0B3B9735C}"/>
              </a:ext>
            </a:extLst>
          </p:cNvPr>
          <p:cNvGrpSpPr/>
          <p:nvPr/>
        </p:nvGrpSpPr>
        <p:grpSpPr>
          <a:xfrm>
            <a:off x="3636211" y="2665142"/>
            <a:ext cx="4688640" cy="3533760"/>
            <a:chOff x="3636211" y="2665142"/>
            <a:chExt cx="4688640" cy="35337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0093CFB-70D8-488A-B8B4-6459C60AD352}"/>
                    </a:ext>
                  </a:extLst>
                </p14:cNvPr>
                <p14:cNvContentPartPr/>
                <p14:nvPr/>
              </p14:nvContentPartPr>
              <p14:xfrm>
                <a:off x="5893771" y="3257702"/>
                <a:ext cx="1350720" cy="995760"/>
              </p14:xfrm>
            </p:contentPart>
          </mc:Choice>
          <mc:Fallback xmlns="">
            <p:pic>
              <p:nvPicPr>
                <p:cNvPr id="5" name="Ink 4">
                  <a:extLst>
                    <a:ext uri="{FF2B5EF4-FFF2-40B4-BE49-F238E27FC236}">
                      <a16:creationId xmlns:a16="http://schemas.microsoft.com/office/drawing/2014/main" id="{E0093CFB-70D8-488A-B8B4-6459C60AD352}"/>
                    </a:ext>
                  </a:extLst>
                </p:cNvPr>
                <p:cNvPicPr/>
                <p:nvPr/>
              </p:nvPicPr>
              <p:blipFill>
                <a:blip r:embed="rId4"/>
                <a:stretch>
                  <a:fillRect/>
                </a:stretch>
              </p:blipFill>
              <p:spPr>
                <a:xfrm>
                  <a:off x="5884771" y="3248702"/>
                  <a:ext cx="136836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C6D9D56-1777-4D5E-807B-382E65518843}"/>
                    </a:ext>
                  </a:extLst>
                </p14:cNvPr>
                <p14:cNvContentPartPr/>
                <p14:nvPr/>
              </p14:nvContentPartPr>
              <p14:xfrm>
                <a:off x="6524491" y="4798502"/>
                <a:ext cx="1254240" cy="1074240"/>
              </p14:xfrm>
            </p:contentPart>
          </mc:Choice>
          <mc:Fallback xmlns="">
            <p:pic>
              <p:nvPicPr>
                <p:cNvPr id="6" name="Ink 5">
                  <a:extLst>
                    <a:ext uri="{FF2B5EF4-FFF2-40B4-BE49-F238E27FC236}">
                      <a16:creationId xmlns:a16="http://schemas.microsoft.com/office/drawing/2014/main" id="{FC6D9D56-1777-4D5E-807B-382E65518843}"/>
                    </a:ext>
                  </a:extLst>
                </p:cNvPr>
                <p:cNvPicPr/>
                <p:nvPr/>
              </p:nvPicPr>
              <p:blipFill>
                <a:blip r:embed="rId6"/>
                <a:stretch>
                  <a:fillRect/>
                </a:stretch>
              </p:blipFill>
              <p:spPr>
                <a:xfrm>
                  <a:off x="6515491" y="4789862"/>
                  <a:ext cx="1271880" cy="1091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DFBC1CA6-7463-4961-A5B1-3C2311584716}"/>
                    </a:ext>
                  </a:extLst>
                </p14:cNvPr>
                <p14:cNvContentPartPr/>
                <p14:nvPr/>
              </p14:nvContentPartPr>
              <p14:xfrm>
                <a:off x="6227491" y="3856382"/>
                <a:ext cx="1189440" cy="538560"/>
              </p14:xfrm>
            </p:contentPart>
          </mc:Choice>
          <mc:Fallback xmlns="">
            <p:pic>
              <p:nvPicPr>
                <p:cNvPr id="7" name="Ink 6">
                  <a:extLst>
                    <a:ext uri="{FF2B5EF4-FFF2-40B4-BE49-F238E27FC236}">
                      <a16:creationId xmlns:a16="http://schemas.microsoft.com/office/drawing/2014/main" id="{DFBC1CA6-7463-4961-A5B1-3C2311584716}"/>
                    </a:ext>
                  </a:extLst>
                </p:cNvPr>
                <p:cNvPicPr/>
                <p:nvPr/>
              </p:nvPicPr>
              <p:blipFill>
                <a:blip r:embed="rId8"/>
                <a:stretch>
                  <a:fillRect/>
                </a:stretch>
              </p:blipFill>
              <p:spPr>
                <a:xfrm>
                  <a:off x="6218851" y="3847382"/>
                  <a:ext cx="1207080" cy="556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1F6B2D85-FFCE-4DA5-90D2-BD3D09DD0DA5}"/>
                    </a:ext>
                  </a:extLst>
                </p14:cNvPr>
                <p14:cNvContentPartPr/>
                <p14:nvPr/>
              </p14:nvContentPartPr>
              <p14:xfrm>
                <a:off x="4242811" y="3258062"/>
                <a:ext cx="1077480" cy="1128240"/>
              </p14:xfrm>
            </p:contentPart>
          </mc:Choice>
          <mc:Fallback xmlns="">
            <p:pic>
              <p:nvPicPr>
                <p:cNvPr id="9" name="Ink 8">
                  <a:extLst>
                    <a:ext uri="{FF2B5EF4-FFF2-40B4-BE49-F238E27FC236}">
                      <a16:creationId xmlns:a16="http://schemas.microsoft.com/office/drawing/2014/main" id="{1F6B2D85-FFCE-4DA5-90D2-BD3D09DD0DA5}"/>
                    </a:ext>
                  </a:extLst>
                </p:cNvPr>
                <p:cNvPicPr/>
                <p:nvPr/>
              </p:nvPicPr>
              <p:blipFill>
                <a:blip r:embed="rId10"/>
                <a:stretch>
                  <a:fillRect/>
                </a:stretch>
              </p:blipFill>
              <p:spPr>
                <a:xfrm>
                  <a:off x="4234171" y="3249062"/>
                  <a:ext cx="1095120" cy="1145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0644BDF6-EF50-4DCE-AD48-484818BB1E34}"/>
                    </a:ext>
                  </a:extLst>
                </p14:cNvPr>
                <p14:cNvContentPartPr/>
                <p14:nvPr/>
              </p14:nvContentPartPr>
              <p14:xfrm>
                <a:off x="5490931" y="4099742"/>
                <a:ext cx="295200" cy="163080"/>
              </p14:xfrm>
            </p:contentPart>
          </mc:Choice>
          <mc:Fallback xmlns="">
            <p:pic>
              <p:nvPicPr>
                <p:cNvPr id="10" name="Ink 9">
                  <a:extLst>
                    <a:ext uri="{FF2B5EF4-FFF2-40B4-BE49-F238E27FC236}">
                      <a16:creationId xmlns:a16="http://schemas.microsoft.com/office/drawing/2014/main" id="{0644BDF6-EF50-4DCE-AD48-484818BB1E34}"/>
                    </a:ext>
                  </a:extLst>
                </p:cNvPr>
                <p:cNvPicPr/>
                <p:nvPr/>
              </p:nvPicPr>
              <p:blipFill>
                <a:blip r:embed="rId12"/>
                <a:stretch>
                  <a:fillRect/>
                </a:stretch>
              </p:blipFill>
              <p:spPr>
                <a:xfrm>
                  <a:off x="5482291" y="4091102"/>
                  <a:ext cx="3128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60FF840A-0779-4D10-A706-9183E441B668}"/>
                    </a:ext>
                  </a:extLst>
                </p14:cNvPr>
                <p14:cNvContentPartPr/>
                <p14:nvPr/>
              </p14:nvContentPartPr>
              <p14:xfrm>
                <a:off x="5350171" y="3398102"/>
                <a:ext cx="523800" cy="545040"/>
              </p14:xfrm>
            </p:contentPart>
          </mc:Choice>
          <mc:Fallback xmlns="">
            <p:pic>
              <p:nvPicPr>
                <p:cNvPr id="11" name="Ink 10">
                  <a:extLst>
                    <a:ext uri="{FF2B5EF4-FFF2-40B4-BE49-F238E27FC236}">
                      <a16:creationId xmlns:a16="http://schemas.microsoft.com/office/drawing/2014/main" id="{60FF840A-0779-4D10-A706-9183E441B668}"/>
                    </a:ext>
                  </a:extLst>
                </p:cNvPr>
                <p:cNvPicPr/>
                <p:nvPr/>
              </p:nvPicPr>
              <p:blipFill>
                <a:blip r:embed="rId14"/>
                <a:stretch>
                  <a:fillRect/>
                </a:stretch>
              </p:blipFill>
              <p:spPr>
                <a:xfrm>
                  <a:off x="5341171" y="3389102"/>
                  <a:ext cx="541440" cy="562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06BD263-01F7-4A5D-AE98-552CC0DF7563}"/>
                    </a:ext>
                  </a:extLst>
                </p14:cNvPr>
                <p14:cNvContentPartPr/>
                <p14:nvPr/>
              </p14:nvContentPartPr>
              <p14:xfrm>
                <a:off x="3636211" y="2665142"/>
                <a:ext cx="4688640" cy="3533760"/>
              </p14:xfrm>
            </p:contentPart>
          </mc:Choice>
          <mc:Fallback xmlns="">
            <p:pic>
              <p:nvPicPr>
                <p:cNvPr id="13" name="Ink 12">
                  <a:extLst>
                    <a:ext uri="{FF2B5EF4-FFF2-40B4-BE49-F238E27FC236}">
                      <a16:creationId xmlns:a16="http://schemas.microsoft.com/office/drawing/2014/main" id="{206BD263-01F7-4A5D-AE98-552CC0DF7563}"/>
                    </a:ext>
                  </a:extLst>
                </p:cNvPr>
                <p:cNvPicPr/>
                <p:nvPr/>
              </p:nvPicPr>
              <p:blipFill>
                <a:blip r:embed="rId16"/>
                <a:stretch>
                  <a:fillRect/>
                </a:stretch>
              </p:blipFill>
              <p:spPr>
                <a:xfrm>
                  <a:off x="3627571" y="2656142"/>
                  <a:ext cx="4706280" cy="3551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2305550C-836A-4D1C-A1A1-6FD3738F87F9}"/>
                    </a:ext>
                  </a:extLst>
                </p14:cNvPr>
                <p14:cNvContentPartPr/>
                <p14:nvPr/>
              </p14:nvContentPartPr>
              <p14:xfrm>
                <a:off x="4351171" y="4925222"/>
                <a:ext cx="1606320" cy="1122120"/>
              </p14:xfrm>
            </p:contentPart>
          </mc:Choice>
          <mc:Fallback xmlns="">
            <p:pic>
              <p:nvPicPr>
                <p:cNvPr id="14" name="Ink 13">
                  <a:extLst>
                    <a:ext uri="{FF2B5EF4-FFF2-40B4-BE49-F238E27FC236}">
                      <a16:creationId xmlns:a16="http://schemas.microsoft.com/office/drawing/2014/main" id="{2305550C-836A-4D1C-A1A1-6FD3738F87F9}"/>
                    </a:ext>
                  </a:extLst>
                </p:cNvPr>
                <p:cNvPicPr/>
                <p:nvPr/>
              </p:nvPicPr>
              <p:blipFill>
                <a:blip r:embed="rId18"/>
                <a:stretch>
                  <a:fillRect/>
                </a:stretch>
              </p:blipFill>
              <p:spPr>
                <a:xfrm>
                  <a:off x="4342531" y="4916222"/>
                  <a:ext cx="1623960" cy="1139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CB6BE486-DC57-4E9B-92A7-EB6FDD36A72D}"/>
                    </a:ext>
                  </a:extLst>
                </p14:cNvPr>
                <p14:cNvContentPartPr/>
                <p14:nvPr/>
              </p14:nvContentPartPr>
              <p14:xfrm>
                <a:off x="4303651" y="3818942"/>
                <a:ext cx="973440" cy="589680"/>
              </p14:xfrm>
            </p:contentPart>
          </mc:Choice>
          <mc:Fallback xmlns="">
            <p:pic>
              <p:nvPicPr>
                <p:cNvPr id="15" name="Ink 14">
                  <a:extLst>
                    <a:ext uri="{FF2B5EF4-FFF2-40B4-BE49-F238E27FC236}">
                      <a16:creationId xmlns:a16="http://schemas.microsoft.com/office/drawing/2014/main" id="{CB6BE486-DC57-4E9B-92A7-EB6FDD36A72D}"/>
                    </a:ext>
                  </a:extLst>
                </p:cNvPr>
                <p:cNvPicPr/>
                <p:nvPr/>
              </p:nvPicPr>
              <p:blipFill>
                <a:blip r:embed="rId20"/>
                <a:stretch>
                  <a:fillRect/>
                </a:stretch>
              </p:blipFill>
              <p:spPr>
                <a:xfrm>
                  <a:off x="4294651" y="3810302"/>
                  <a:ext cx="991080" cy="607320"/>
                </a:xfrm>
                <a:prstGeom prst="rect">
                  <a:avLst/>
                </a:prstGeom>
              </p:spPr>
            </p:pic>
          </mc:Fallback>
        </mc:AlternateContent>
      </p:grpSp>
      <p:grpSp>
        <p:nvGrpSpPr>
          <p:cNvPr id="19" name="Group 18">
            <a:extLst>
              <a:ext uri="{FF2B5EF4-FFF2-40B4-BE49-F238E27FC236}">
                <a16:creationId xmlns:a16="http://schemas.microsoft.com/office/drawing/2014/main" id="{901C2B9B-AD7A-491C-BCF8-0027F9FEFF79}"/>
              </a:ext>
            </a:extLst>
          </p:cNvPr>
          <p:cNvGrpSpPr/>
          <p:nvPr/>
        </p:nvGrpSpPr>
        <p:grpSpPr>
          <a:xfrm>
            <a:off x="3656731" y="2423582"/>
            <a:ext cx="2563560" cy="56880"/>
            <a:chOff x="3656731" y="2423582"/>
            <a:chExt cx="2563560" cy="56880"/>
          </a:xfrm>
        </p:grpSpPr>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3EEB3777-BA99-446B-854E-3B25598F888D}"/>
                    </a:ext>
                  </a:extLst>
                </p14:cNvPr>
                <p14:cNvContentPartPr/>
                <p14:nvPr/>
              </p14:nvContentPartPr>
              <p14:xfrm>
                <a:off x="3656731" y="2477582"/>
                <a:ext cx="17640" cy="2880"/>
              </p14:xfrm>
            </p:contentPart>
          </mc:Choice>
          <mc:Fallback xmlns="">
            <p:pic>
              <p:nvPicPr>
                <p:cNvPr id="17" name="Ink 16">
                  <a:extLst>
                    <a:ext uri="{FF2B5EF4-FFF2-40B4-BE49-F238E27FC236}">
                      <a16:creationId xmlns:a16="http://schemas.microsoft.com/office/drawing/2014/main" id="{3EEB3777-BA99-446B-854E-3B25598F888D}"/>
                    </a:ext>
                  </a:extLst>
                </p:cNvPr>
                <p:cNvPicPr/>
                <p:nvPr/>
              </p:nvPicPr>
              <p:blipFill>
                <a:blip r:embed="rId22"/>
                <a:stretch>
                  <a:fillRect/>
                </a:stretch>
              </p:blipFill>
              <p:spPr>
                <a:xfrm>
                  <a:off x="3648091" y="2468582"/>
                  <a:ext cx="352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1844FF1F-1DE4-4F96-A88E-9FC5FBEE9DB1}"/>
                    </a:ext>
                  </a:extLst>
                </p14:cNvPr>
                <p14:cNvContentPartPr/>
                <p14:nvPr/>
              </p14:nvContentPartPr>
              <p14:xfrm>
                <a:off x="3925291" y="2423582"/>
                <a:ext cx="2295000" cy="33840"/>
              </p14:xfrm>
            </p:contentPart>
          </mc:Choice>
          <mc:Fallback xmlns="">
            <p:pic>
              <p:nvPicPr>
                <p:cNvPr id="18" name="Ink 17">
                  <a:extLst>
                    <a:ext uri="{FF2B5EF4-FFF2-40B4-BE49-F238E27FC236}">
                      <a16:creationId xmlns:a16="http://schemas.microsoft.com/office/drawing/2014/main" id="{1844FF1F-1DE4-4F96-A88E-9FC5FBEE9DB1}"/>
                    </a:ext>
                  </a:extLst>
                </p:cNvPr>
                <p:cNvPicPr/>
                <p:nvPr/>
              </p:nvPicPr>
              <p:blipFill>
                <a:blip r:embed="rId24"/>
                <a:stretch>
                  <a:fillRect/>
                </a:stretch>
              </p:blipFill>
              <p:spPr>
                <a:xfrm>
                  <a:off x="3916651" y="2414582"/>
                  <a:ext cx="2312640" cy="51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C9750E94-4692-42BE-8C49-5AD4A003F0CA}"/>
                  </a:ext>
                </a:extLst>
              </p14:cNvPr>
              <p14:cNvContentPartPr/>
              <p14:nvPr/>
            </p14:nvContentPartPr>
            <p14:xfrm>
              <a:off x="-2551469" y="856862"/>
              <a:ext cx="347040" cy="602640"/>
            </p14:xfrm>
          </p:contentPart>
        </mc:Choice>
        <mc:Fallback xmlns="">
          <p:pic>
            <p:nvPicPr>
              <p:cNvPr id="20" name="Ink 19">
                <a:extLst>
                  <a:ext uri="{FF2B5EF4-FFF2-40B4-BE49-F238E27FC236}">
                    <a16:creationId xmlns:a16="http://schemas.microsoft.com/office/drawing/2014/main" id="{C9750E94-4692-42BE-8C49-5AD4A003F0CA}"/>
                  </a:ext>
                </a:extLst>
              </p:cNvPr>
              <p:cNvPicPr/>
              <p:nvPr/>
            </p:nvPicPr>
            <p:blipFill>
              <a:blip r:embed="rId26"/>
              <a:stretch>
                <a:fillRect/>
              </a:stretch>
            </p:blipFill>
            <p:spPr>
              <a:xfrm>
                <a:off x="-2560109" y="847862"/>
                <a:ext cx="36468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AA185EB9-66E1-4FC0-95FE-F9AACDC7F850}"/>
                  </a:ext>
                </a:extLst>
              </p14:cNvPr>
              <p14:cNvContentPartPr/>
              <p14:nvPr/>
            </p14:nvContentPartPr>
            <p14:xfrm>
              <a:off x="-1976549" y="850742"/>
              <a:ext cx="195120" cy="673560"/>
            </p14:xfrm>
          </p:contentPart>
        </mc:Choice>
        <mc:Fallback xmlns="">
          <p:pic>
            <p:nvPicPr>
              <p:cNvPr id="21" name="Ink 20">
                <a:extLst>
                  <a:ext uri="{FF2B5EF4-FFF2-40B4-BE49-F238E27FC236}">
                    <a16:creationId xmlns:a16="http://schemas.microsoft.com/office/drawing/2014/main" id="{AA185EB9-66E1-4FC0-95FE-F9AACDC7F850}"/>
                  </a:ext>
                </a:extLst>
              </p:cNvPr>
              <p:cNvPicPr/>
              <p:nvPr/>
            </p:nvPicPr>
            <p:blipFill>
              <a:blip r:embed="rId28"/>
              <a:stretch>
                <a:fillRect/>
              </a:stretch>
            </p:blipFill>
            <p:spPr>
              <a:xfrm>
                <a:off x="-1985549" y="842102"/>
                <a:ext cx="212760" cy="691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E18B1D4B-0337-46EC-965D-EF12B91F0F2F}"/>
                  </a:ext>
                </a:extLst>
              </p14:cNvPr>
              <p14:cNvContentPartPr/>
              <p14:nvPr/>
            </p14:nvContentPartPr>
            <p14:xfrm>
              <a:off x="-1500629" y="818342"/>
              <a:ext cx="221760" cy="85320"/>
            </p14:xfrm>
          </p:contentPart>
        </mc:Choice>
        <mc:Fallback xmlns="">
          <p:pic>
            <p:nvPicPr>
              <p:cNvPr id="22" name="Ink 21">
                <a:extLst>
                  <a:ext uri="{FF2B5EF4-FFF2-40B4-BE49-F238E27FC236}">
                    <a16:creationId xmlns:a16="http://schemas.microsoft.com/office/drawing/2014/main" id="{E18B1D4B-0337-46EC-965D-EF12B91F0F2F}"/>
                  </a:ext>
                </a:extLst>
              </p:cNvPr>
              <p:cNvPicPr/>
              <p:nvPr/>
            </p:nvPicPr>
            <p:blipFill>
              <a:blip r:embed="rId30"/>
              <a:stretch>
                <a:fillRect/>
              </a:stretch>
            </p:blipFill>
            <p:spPr>
              <a:xfrm>
                <a:off x="-1509629" y="809702"/>
                <a:ext cx="2394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08C27A8C-96F1-4B2C-9C8C-3E50AAA57649}"/>
                  </a:ext>
                </a:extLst>
              </p14:cNvPr>
              <p14:cNvContentPartPr/>
              <p14:nvPr/>
            </p14:nvContentPartPr>
            <p14:xfrm>
              <a:off x="-1504949" y="1055582"/>
              <a:ext cx="273960" cy="140040"/>
            </p14:xfrm>
          </p:contentPart>
        </mc:Choice>
        <mc:Fallback xmlns="">
          <p:pic>
            <p:nvPicPr>
              <p:cNvPr id="23" name="Ink 22">
                <a:extLst>
                  <a:ext uri="{FF2B5EF4-FFF2-40B4-BE49-F238E27FC236}">
                    <a16:creationId xmlns:a16="http://schemas.microsoft.com/office/drawing/2014/main" id="{08C27A8C-96F1-4B2C-9C8C-3E50AAA57649}"/>
                  </a:ext>
                </a:extLst>
              </p:cNvPr>
              <p:cNvPicPr/>
              <p:nvPr/>
            </p:nvPicPr>
            <p:blipFill>
              <a:blip r:embed="rId32"/>
              <a:stretch>
                <a:fillRect/>
              </a:stretch>
            </p:blipFill>
            <p:spPr>
              <a:xfrm>
                <a:off x="-1513589" y="1046942"/>
                <a:ext cx="2916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Ink 24">
                <a:extLst>
                  <a:ext uri="{FF2B5EF4-FFF2-40B4-BE49-F238E27FC236}">
                    <a16:creationId xmlns:a16="http://schemas.microsoft.com/office/drawing/2014/main" id="{CA70CDDF-9C57-4E61-B090-FD5E83269749}"/>
                  </a:ext>
                </a:extLst>
              </p14:cNvPr>
              <p14:cNvContentPartPr/>
              <p14:nvPr/>
            </p14:nvContentPartPr>
            <p14:xfrm>
              <a:off x="-2249429" y="2086622"/>
              <a:ext cx="363960" cy="690120"/>
            </p14:xfrm>
          </p:contentPart>
        </mc:Choice>
        <mc:Fallback xmlns="">
          <p:pic>
            <p:nvPicPr>
              <p:cNvPr id="25" name="Ink 24">
                <a:extLst>
                  <a:ext uri="{FF2B5EF4-FFF2-40B4-BE49-F238E27FC236}">
                    <a16:creationId xmlns:a16="http://schemas.microsoft.com/office/drawing/2014/main" id="{CA70CDDF-9C57-4E61-B090-FD5E83269749}"/>
                  </a:ext>
                </a:extLst>
              </p:cNvPr>
              <p:cNvPicPr/>
              <p:nvPr/>
            </p:nvPicPr>
            <p:blipFill>
              <a:blip r:embed="rId34"/>
              <a:stretch>
                <a:fillRect/>
              </a:stretch>
            </p:blipFill>
            <p:spPr>
              <a:xfrm>
                <a:off x="-2258069" y="2077622"/>
                <a:ext cx="381600" cy="7077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Ink 25">
                <a:extLst>
                  <a:ext uri="{FF2B5EF4-FFF2-40B4-BE49-F238E27FC236}">
                    <a16:creationId xmlns:a16="http://schemas.microsoft.com/office/drawing/2014/main" id="{53865BA8-EDEA-4F53-9687-3208F84AAD46}"/>
                  </a:ext>
                </a:extLst>
              </p14:cNvPr>
              <p14:cNvContentPartPr/>
              <p14:nvPr/>
            </p14:nvContentPartPr>
            <p14:xfrm>
              <a:off x="-1671629" y="2140982"/>
              <a:ext cx="372600" cy="198360"/>
            </p14:xfrm>
          </p:contentPart>
        </mc:Choice>
        <mc:Fallback xmlns="">
          <p:pic>
            <p:nvPicPr>
              <p:cNvPr id="26" name="Ink 25">
                <a:extLst>
                  <a:ext uri="{FF2B5EF4-FFF2-40B4-BE49-F238E27FC236}">
                    <a16:creationId xmlns:a16="http://schemas.microsoft.com/office/drawing/2014/main" id="{53865BA8-EDEA-4F53-9687-3208F84AAD46}"/>
                  </a:ext>
                </a:extLst>
              </p:cNvPr>
              <p:cNvPicPr/>
              <p:nvPr/>
            </p:nvPicPr>
            <p:blipFill>
              <a:blip r:embed="rId36"/>
              <a:stretch>
                <a:fillRect/>
              </a:stretch>
            </p:blipFill>
            <p:spPr>
              <a:xfrm>
                <a:off x="-1680269" y="2132342"/>
                <a:ext cx="390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DC636975-CEE5-4B10-971E-A68A9037464A}"/>
                  </a:ext>
                </a:extLst>
              </p14:cNvPr>
              <p14:cNvContentPartPr/>
              <p14:nvPr/>
            </p14:nvContentPartPr>
            <p14:xfrm>
              <a:off x="-1386869" y="2332502"/>
              <a:ext cx="368280" cy="224640"/>
            </p14:xfrm>
          </p:contentPart>
        </mc:Choice>
        <mc:Fallback xmlns="">
          <p:pic>
            <p:nvPicPr>
              <p:cNvPr id="27" name="Ink 26">
                <a:extLst>
                  <a:ext uri="{FF2B5EF4-FFF2-40B4-BE49-F238E27FC236}">
                    <a16:creationId xmlns:a16="http://schemas.microsoft.com/office/drawing/2014/main" id="{DC636975-CEE5-4B10-971E-A68A9037464A}"/>
                  </a:ext>
                </a:extLst>
              </p:cNvPr>
              <p:cNvPicPr/>
              <p:nvPr/>
            </p:nvPicPr>
            <p:blipFill>
              <a:blip r:embed="rId38"/>
              <a:stretch>
                <a:fillRect/>
              </a:stretch>
            </p:blipFill>
            <p:spPr>
              <a:xfrm>
                <a:off x="-1395509" y="2323862"/>
                <a:ext cx="3859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75C5820F-3641-4954-A5DA-CAD4A15285E3}"/>
                  </a:ext>
                </a:extLst>
              </p14:cNvPr>
              <p14:cNvContentPartPr/>
              <p14:nvPr/>
            </p14:nvContentPartPr>
            <p14:xfrm>
              <a:off x="-349709" y="1418102"/>
              <a:ext cx="234360" cy="741600"/>
            </p14:xfrm>
          </p:contentPart>
        </mc:Choice>
        <mc:Fallback xmlns="">
          <p:pic>
            <p:nvPicPr>
              <p:cNvPr id="29" name="Ink 28">
                <a:extLst>
                  <a:ext uri="{FF2B5EF4-FFF2-40B4-BE49-F238E27FC236}">
                    <a16:creationId xmlns:a16="http://schemas.microsoft.com/office/drawing/2014/main" id="{75C5820F-3641-4954-A5DA-CAD4A15285E3}"/>
                  </a:ext>
                </a:extLst>
              </p:cNvPr>
              <p:cNvPicPr/>
              <p:nvPr/>
            </p:nvPicPr>
            <p:blipFill>
              <a:blip r:embed="rId40"/>
              <a:stretch>
                <a:fillRect/>
              </a:stretch>
            </p:blipFill>
            <p:spPr>
              <a:xfrm>
                <a:off x="-358709" y="1409102"/>
                <a:ext cx="252000" cy="7592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B90A4995-5676-4401-A515-58E8C99EAED5}"/>
                  </a:ext>
                </a:extLst>
              </p14:cNvPr>
              <p14:cNvContentPartPr/>
              <p14:nvPr/>
            </p14:nvContentPartPr>
            <p14:xfrm>
              <a:off x="-980429" y="1729862"/>
              <a:ext cx="502200" cy="429840"/>
            </p14:xfrm>
          </p:contentPart>
        </mc:Choice>
        <mc:Fallback xmlns="">
          <p:pic>
            <p:nvPicPr>
              <p:cNvPr id="28" name="Ink 27">
                <a:extLst>
                  <a:ext uri="{FF2B5EF4-FFF2-40B4-BE49-F238E27FC236}">
                    <a16:creationId xmlns:a16="http://schemas.microsoft.com/office/drawing/2014/main" id="{B90A4995-5676-4401-A515-58E8C99EAED5}"/>
                  </a:ext>
                </a:extLst>
              </p:cNvPr>
              <p:cNvPicPr/>
              <p:nvPr/>
            </p:nvPicPr>
            <p:blipFill>
              <a:blip r:embed="rId42"/>
              <a:stretch>
                <a:fillRect/>
              </a:stretch>
            </p:blipFill>
            <p:spPr>
              <a:xfrm>
                <a:off x="-989069" y="1721222"/>
                <a:ext cx="519840" cy="447480"/>
              </a:xfrm>
              <a:prstGeom prst="rect">
                <a:avLst/>
              </a:prstGeom>
            </p:spPr>
          </p:pic>
        </mc:Fallback>
      </mc:AlternateContent>
      <p:grpSp>
        <p:nvGrpSpPr>
          <p:cNvPr id="36" name="Group 35">
            <a:extLst>
              <a:ext uri="{FF2B5EF4-FFF2-40B4-BE49-F238E27FC236}">
                <a16:creationId xmlns:a16="http://schemas.microsoft.com/office/drawing/2014/main" id="{60A52FA5-4EE7-4475-8369-27CEB8D67DDF}"/>
              </a:ext>
            </a:extLst>
          </p:cNvPr>
          <p:cNvGrpSpPr/>
          <p:nvPr/>
        </p:nvGrpSpPr>
        <p:grpSpPr>
          <a:xfrm>
            <a:off x="-1054949" y="364382"/>
            <a:ext cx="1263600" cy="1479240"/>
            <a:chOff x="-1054949" y="364382"/>
            <a:chExt cx="1263600" cy="1479240"/>
          </a:xfrm>
        </p:grpSpPr>
        <mc:AlternateContent xmlns:mc="http://schemas.openxmlformats.org/markup-compatibility/2006" xmlns:p14="http://schemas.microsoft.com/office/powerpoint/2010/main">
          <mc:Choice Requires="p14">
            <p:contentPart p14:bwMode="auto" r:id="rId43">
              <p14:nvContentPartPr>
                <p14:cNvPr id="24" name="Ink 23">
                  <a:extLst>
                    <a:ext uri="{FF2B5EF4-FFF2-40B4-BE49-F238E27FC236}">
                      <a16:creationId xmlns:a16="http://schemas.microsoft.com/office/drawing/2014/main" id="{E128F104-DE10-4187-BD1A-8591A3E11C5F}"/>
                    </a:ext>
                  </a:extLst>
                </p14:cNvPr>
                <p14:cNvContentPartPr/>
                <p14:nvPr/>
              </p14:nvContentPartPr>
              <p14:xfrm>
                <a:off x="-1054949" y="364382"/>
                <a:ext cx="529560" cy="989640"/>
              </p14:xfrm>
            </p:contentPart>
          </mc:Choice>
          <mc:Fallback xmlns="">
            <p:pic>
              <p:nvPicPr>
                <p:cNvPr id="24" name="Ink 23">
                  <a:extLst>
                    <a:ext uri="{FF2B5EF4-FFF2-40B4-BE49-F238E27FC236}">
                      <a16:creationId xmlns:a16="http://schemas.microsoft.com/office/drawing/2014/main" id="{E128F104-DE10-4187-BD1A-8591A3E11C5F}"/>
                    </a:ext>
                  </a:extLst>
                </p:cNvPr>
                <p:cNvPicPr/>
                <p:nvPr/>
              </p:nvPicPr>
              <p:blipFill>
                <a:blip r:embed="rId44"/>
                <a:stretch>
                  <a:fillRect/>
                </a:stretch>
              </p:blipFill>
              <p:spPr>
                <a:xfrm>
                  <a:off x="-1063949" y="355382"/>
                  <a:ext cx="547200" cy="1007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D0A7E314-A9DF-4803-B1F2-43D51C8968A6}"/>
                    </a:ext>
                  </a:extLst>
                </p14:cNvPr>
                <p14:cNvContentPartPr/>
                <p14:nvPr/>
              </p14:nvContentPartPr>
              <p14:xfrm>
                <a:off x="-252149" y="1284902"/>
                <a:ext cx="289440" cy="165600"/>
              </p14:xfrm>
            </p:contentPart>
          </mc:Choice>
          <mc:Fallback xmlns="">
            <p:pic>
              <p:nvPicPr>
                <p:cNvPr id="30" name="Ink 29">
                  <a:extLst>
                    <a:ext uri="{FF2B5EF4-FFF2-40B4-BE49-F238E27FC236}">
                      <a16:creationId xmlns:a16="http://schemas.microsoft.com/office/drawing/2014/main" id="{D0A7E314-A9DF-4803-B1F2-43D51C8968A6}"/>
                    </a:ext>
                  </a:extLst>
                </p:cNvPr>
                <p:cNvPicPr/>
                <p:nvPr/>
              </p:nvPicPr>
              <p:blipFill>
                <a:blip r:embed="rId46"/>
                <a:stretch>
                  <a:fillRect/>
                </a:stretch>
              </p:blipFill>
              <p:spPr>
                <a:xfrm>
                  <a:off x="-260789" y="1276262"/>
                  <a:ext cx="3070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F7ED8B60-3E82-490B-85B4-6F8983DDE5BE}"/>
                    </a:ext>
                  </a:extLst>
                </p14:cNvPr>
                <p14:cNvContentPartPr/>
                <p14:nvPr/>
              </p14:nvContentPartPr>
              <p14:xfrm>
                <a:off x="-166829" y="1646342"/>
                <a:ext cx="375480" cy="197280"/>
              </p14:xfrm>
            </p:contentPart>
          </mc:Choice>
          <mc:Fallback xmlns="">
            <p:pic>
              <p:nvPicPr>
                <p:cNvPr id="31" name="Ink 30">
                  <a:extLst>
                    <a:ext uri="{FF2B5EF4-FFF2-40B4-BE49-F238E27FC236}">
                      <a16:creationId xmlns:a16="http://schemas.microsoft.com/office/drawing/2014/main" id="{F7ED8B60-3E82-490B-85B4-6F8983DDE5BE}"/>
                    </a:ext>
                  </a:extLst>
                </p:cNvPr>
                <p:cNvPicPr/>
                <p:nvPr/>
              </p:nvPicPr>
              <p:blipFill>
                <a:blip r:embed="rId48"/>
                <a:stretch>
                  <a:fillRect/>
                </a:stretch>
              </p:blipFill>
              <p:spPr>
                <a:xfrm>
                  <a:off x="-175829" y="1637342"/>
                  <a:ext cx="393120" cy="214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1B505A00-D85F-422A-93C2-91BC2EF1BFBC}"/>
                  </a:ext>
                </a:extLst>
              </p14:cNvPr>
              <p14:cNvContentPartPr/>
              <p14:nvPr/>
            </p14:nvContentPartPr>
            <p14:xfrm>
              <a:off x="-2261309" y="3557582"/>
              <a:ext cx="404640" cy="627840"/>
            </p14:xfrm>
          </p:contentPart>
        </mc:Choice>
        <mc:Fallback xmlns="">
          <p:pic>
            <p:nvPicPr>
              <p:cNvPr id="32" name="Ink 31">
                <a:extLst>
                  <a:ext uri="{FF2B5EF4-FFF2-40B4-BE49-F238E27FC236}">
                    <a16:creationId xmlns:a16="http://schemas.microsoft.com/office/drawing/2014/main" id="{1B505A00-D85F-422A-93C2-91BC2EF1BFBC}"/>
                  </a:ext>
                </a:extLst>
              </p:cNvPr>
              <p:cNvPicPr/>
              <p:nvPr/>
            </p:nvPicPr>
            <p:blipFill>
              <a:blip r:embed="rId50"/>
              <a:stretch>
                <a:fillRect/>
              </a:stretch>
            </p:blipFill>
            <p:spPr>
              <a:xfrm>
                <a:off x="-2270309" y="3548582"/>
                <a:ext cx="422280" cy="645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F25990AB-EAF1-4EC0-9D49-C6C537DBEB9A}"/>
                  </a:ext>
                </a:extLst>
              </p14:cNvPr>
              <p14:cNvContentPartPr/>
              <p14:nvPr/>
            </p14:nvContentPartPr>
            <p14:xfrm>
              <a:off x="-1789709" y="3467222"/>
              <a:ext cx="485280" cy="461520"/>
            </p14:xfrm>
          </p:contentPart>
        </mc:Choice>
        <mc:Fallback xmlns="">
          <p:pic>
            <p:nvPicPr>
              <p:cNvPr id="37" name="Ink 36">
                <a:extLst>
                  <a:ext uri="{FF2B5EF4-FFF2-40B4-BE49-F238E27FC236}">
                    <a16:creationId xmlns:a16="http://schemas.microsoft.com/office/drawing/2014/main" id="{F25990AB-EAF1-4EC0-9D49-C6C537DBEB9A}"/>
                  </a:ext>
                </a:extLst>
              </p:cNvPr>
              <p:cNvPicPr/>
              <p:nvPr/>
            </p:nvPicPr>
            <p:blipFill>
              <a:blip r:embed="rId52"/>
              <a:stretch>
                <a:fillRect/>
              </a:stretch>
            </p:blipFill>
            <p:spPr>
              <a:xfrm>
                <a:off x="-1798349" y="3458582"/>
                <a:ext cx="502920" cy="479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EA7101A9-0E30-4A9F-8235-4ADBEC39398E}"/>
                  </a:ext>
                </a:extLst>
              </p14:cNvPr>
              <p14:cNvContentPartPr/>
              <p14:nvPr/>
            </p14:nvContentPartPr>
            <p14:xfrm>
              <a:off x="-955949" y="3133502"/>
              <a:ext cx="270000" cy="153360"/>
            </p14:xfrm>
          </p:contentPart>
        </mc:Choice>
        <mc:Fallback xmlns="">
          <p:pic>
            <p:nvPicPr>
              <p:cNvPr id="38" name="Ink 37">
                <a:extLst>
                  <a:ext uri="{FF2B5EF4-FFF2-40B4-BE49-F238E27FC236}">
                    <a16:creationId xmlns:a16="http://schemas.microsoft.com/office/drawing/2014/main" id="{EA7101A9-0E30-4A9F-8235-4ADBEC39398E}"/>
                  </a:ext>
                </a:extLst>
              </p:cNvPr>
              <p:cNvPicPr/>
              <p:nvPr/>
            </p:nvPicPr>
            <p:blipFill>
              <a:blip r:embed="rId54"/>
              <a:stretch>
                <a:fillRect/>
              </a:stretch>
            </p:blipFill>
            <p:spPr>
              <a:xfrm>
                <a:off x="-964589" y="3124502"/>
                <a:ext cx="287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E2822938-4E28-409B-B33A-60E259E2A7C6}"/>
                  </a:ext>
                </a:extLst>
              </p14:cNvPr>
              <p14:cNvContentPartPr/>
              <p14:nvPr/>
            </p14:nvContentPartPr>
            <p14:xfrm>
              <a:off x="-756869" y="3357422"/>
              <a:ext cx="185760" cy="111240"/>
            </p14:xfrm>
          </p:contentPart>
        </mc:Choice>
        <mc:Fallback xmlns="">
          <p:pic>
            <p:nvPicPr>
              <p:cNvPr id="39" name="Ink 38">
                <a:extLst>
                  <a:ext uri="{FF2B5EF4-FFF2-40B4-BE49-F238E27FC236}">
                    <a16:creationId xmlns:a16="http://schemas.microsoft.com/office/drawing/2014/main" id="{E2822938-4E28-409B-B33A-60E259E2A7C6}"/>
                  </a:ext>
                </a:extLst>
              </p:cNvPr>
              <p:cNvPicPr/>
              <p:nvPr/>
            </p:nvPicPr>
            <p:blipFill>
              <a:blip r:embed="rId56"/>
              <a:stretch>
                <a:fillRect/>
              </a:stretch>
            </p:blipFill>
            <p:spPr>
              <a:xfrm>
                <a:off x="-765509" y="3348782"/>
                <a:ext cx="2034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FAD578F3-3C07-4559-B0B7-4D4010CE243E}"/>
                  </a:ext>
                </a:extLst>
              </p14:cNvPr>
              <p14:cNvContentPartPr/>
              <p14:nvPr/>
            </p14:nvContentPartPr>
            <p14:xfrm>
              <a:off x="-211469" y="3160502"/>
              <a:ext cx="43560" cy="191880"/>
            </p14:xfrm>
          </p:contentPart>
        </mc:Choice>
        <mc:Fallback xmlns="">
          <p:pic>
            <p:nvPicPr>
              <p:cNvPr id="40" name="Ink 39">
                <a:extLst>
                  <a:ext uri="{FF2B5EF4-FFF2-40B4-BE49-F238E27FC236}">
                    <a16:creationId xmlns:a16="http://schemas.microsoft.com/office/drawing/2014/main" id="{FAD578F3-3C07-4559-B0B7-4D4010CE243E}"/>
                  </a:ext>
                </a:extLst>
              </p:cNvPr>
              <p:cNvPicPr/>
              <p:nvPr/>
            </p:nvPicPr>
            <p:blipFill>
              <a:blip r:embed="rId58"/>
              <a:stretch>
                <a:fillRect/>
              </a:stretch>
            </p:blipFill>
            <p:spPr>
              <a:xfrm>
                <a:off x="-220109" y="3151862"/>
                <a:ext cx="61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939822EB-4264-4D84-9E6C-F16F5CE3EDC5}"/>
                  </a:ext>
                </a:extLst>
              </p14:cNvPr>
              <p14:cNvContentPartPr/>
              <p14:nvPr/>
            </p14:nvContentPartPr>
            <p14:xfrm>
              <a:off x="-410909" y="2446622"/>
              <a:ext cx="246240" cy="280800"/>
            </p14:xfrm>
          </p:contentPart>
        </mc:Choice>
        <mc:Fallback xmlns="">
          <p:pic>
            <p:nvPicPr>
              <p:cNvPr id="41" name="Ink 40">
                <a:extLst>
                  <a:ext uri="{FF2B5EF4-FFF2-40B4-BE49-F238E27FC236}">
                    <a16:creationId xmlns:a16="http://schemas.microsoft.com/office/drawing/2014/main" id="{939822EB-4264-4D84-9E6C-F16F5CE3EDC5}"/>
                  </a:ext>
                </a:extLst>
              </p:cNvPr>
              <p:cNvPicPr/>
              <p:nvPr/>
            </p:nvPicPr>
            <p:blipFill>
              <a:blip r:embed="rId60"/>
              <a:stretch>
                <a:fillRect/>
              </a:stretch>
            </p:blipFill>
            <p:spPr>
              <a:xfrm>
                <a:off x="-419909" y="2437622"/>
                <a:ext cx="263880" cy="298440"/>
              </a:xfrm>
              <a:prstGeom prst="rect">
                <a:avLst/>
              </a:prstGeom>
            </p:spPr>
          </p:pic>
        </mc:Fallback>
      </mc:AlternateContent>
      <p:grpSp>
        <p:nvGrpSpPr>
          <p:cNvPr id="48" name="Group 47">
            <a:extLst>
              <a:ext uri="{FF2B5EF4-FFF2-40B4-BE49-F238E27FC236}">
                <a16:creationId xmlns:a16="http://schemas.microsoft.com/office/drawing/2014/main" id="{8312B09C-9D5E-450F-864C-BDEDC2858BFD}"/>
              </a:ext>
            </a:extLst>
          </p:cNvPr>
          <p:cNvGrpSpPr/>
          <p:nvPr/>
        </p:nvGrpSpPr>
        <p:grpSpPr>
          <a:xfrm>
            <a:off x="-183029" y="2842982"/>
            <a:ext cx="489960" cy="540720"/>
            <a:chOff x="-183029" y="2842982"/>
            <a:chExt cx="489960" cy="540720"/>
          </a:xfrm>
        </p:grpSpPr>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AB69D8BC-D6B3-47FE-989E-21F55558D716}"/>
                    </a:ext>
                  </a:extLst>
                </p14:cNvPr>
                <p14:cNvContentPartPr/>
                <p14:nvPr/>
              </p14:nvContentPartPr>
              <p14:xfrm>
                <a:off x="-183029" y="2842982"/>
                <a:ext cx="217440" cy="123120"/>
              </p14:xfrm>
            </p:contentPart>
          </mc:Choice>
          <mc:Fallback xmlns="">
            <p:pic>
              <p:nvPicPr>
                <p:cNvPr id="42" name="Ink 41">
                  <a:extLst>
                    <a:ext uri="{FF2B5EF4-FFF2-40B4-BE49-F238E27FC236}">
                      <a16:creationId xmlns:a16="http://schemas.microsoft.com/office/drawing/2014/main" id="{AB69D8BC-D6B3-47FE-989E-21F55558D716}"/>
                    </a:ext>
                  </a:extLst>
                </p:cNvPr>
                <p:cNvPicPr/>
                <p:nvPr/>
              </p:nvPicPr>
              <p:blipFill>
                <a:blip r:embed="rId62"/>
                <a:stretch>
                  <a:fillRect/>
                </a:stretch>
              </p:blipFill>
              <p:spPr>
                <a:xfrm>
                  <a:off x="-192029" y="2834342"/>
                  <a:ext cx="2350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0853C510-F14C-4308-AEB7-11F206D6102C}"/>
                    </a:ext>
                  </a:extLst>
                </p14:cNvPr>
                <p14:cNvContentPartPr/>
                <p14:nvPr/>
              </p14:nvContentPartPr>
              <p14:xfrm>
                <a:off x="-142349" y="3126662"/>
                <a:ext cx="449280" cy="257040"/>
              </p14:xfrm>
            </p:contentPart>
          </mc:Choice>
          <mc:Fallback xmlns="">
            <p:pic>
              <p:nvPicPr>
                <p:cNvPr id="43" name="Ink 42">
                  <a:extLst>
                    <a:ext uri="{FF2B5EF4-FFF2-40B4-BE49-F238E27FC236}">
                      <a16:creationId xmlns:a16="http://schemas.microsoft.com/office/drawing/2014/main" id="{0853C510-F14C-4308-AEB7-11F206D6102C}"/>
                    </a:ext>
                  </a:extLst>
                </p:cNvPr>
                <p:cNvPicPr/>
                <p:nvPr/>
              </p:nvPicPr>
              <p:blipFill>
                <a:blip r:embed="rId64"/>
                <a:stretch>
                  <a:fillRect/>
                </a:stretch>
              </p:blipFill>
              <p:spPr>
                <a:xfrm>
                  <a:off x="-151349" y="3118022"/>
                  <a:ext cx="466920" cy="274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473DA3CB-894F-4BFD-BD73-C78F40B13CFA}"/>
                  </a:ext>
                </a:extLst>
              </p14:cNvPr>
              <p14:cNvContentPartPr/>
              <p14:nvPr/>
            </p14:nvContentPartPr>
            <p14:xfrm>
              <a:off x="-2236829" y="4718582"/>
              <a:ext cx="650160" cy="959040"/>
            </p14:xfrm>
          </p:contentPart>
        </mc:Choice>
        <mc:Fallback xmlns="">
          <p:pic>
            <p:nvPicPr>
              <p:cNvPr id="44" name="Ink 43">
                <a:extLst>
                  <a:ext uri="{FF2B5EF4-FFF2-40B4-BE49-F238E27FC236}">
                    <a16:creationId xmlns:a16="http://schemas.microsoft.com/office/drawing/2014/main" id="{473DA3CB-894F-4BFD-BD73-C78F40B13CFA}"/>
                  </a:ext>
                </a:extLst>
              </p:cNvPr>
              <p:cNvPicPr/>
              <p:nvPr/>
            </p:nvPicPr>
            <p:blipFill>
              <a:blip r:embed="rId66"/>
              <a:stretch>
                <a:fillRect/>
              </a:stretch>
            </p:blipFill>
            <p:spPr>
              <a:xfrm>
                <a:off x="-2245829" y="4709942"/>
                <a:ext cx="667800" cy="9766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Ink 44">
                <a:extLst>
                  <a:ext uri="{FF2B5EF4-FFF2-40B4-BE49-F238E27FC236}">
                    <a16:creationId xmlns:a16="http://schemas.microsoft.com/office/drawing/2014/main" id="{D29D4DA6-BD77-47DB-839F-62D025F63FAD}"/>
                  </a:ext>
                </a:extLst>
              </p14:cNvPr>
              <p14:cNvContentPartPr/>
              <p14:nvPr/>
            </p14:nvContentPartPr>
            <p14:xfrm>
              <a:off x="-1338269" y="4712462"/>
              <a:ext cx="385920" cy="406080"/>
            </p14:xfrm>
          </p:contentPart>
        </mc:Choice>
        <mc:Fallback xmlns="">
          <p:pic>
            <p:nvPicPr>
              <p:cNvPr id="45" name="Ink 44">
                <a:extLst>
                  <a:ext uri="{FF2B5EF4-FFF2-40B4-BE49-F238E27FC236}">
                    <a16:creationId xmlns:a16="http://schemas.microsoft.com/office/drawing/2014/main" id="{D29D4DA6-BD77-47DB-839F-62D025F63FAD}"/>
                  </a:ext>
                </a:extLst>
              </p:cNvPr>
              <p:cNvPicPr/>
              <p:nvPr/>
            </p:nvPicPr>
            <p:blipFill>
              <a:blip r:embed="rId68"/>
              <a:stretch>
                <a:fillRect/>
              </a:stretch>
            </p:blipFill>
            <p:spPr>
              <a:xfrm>
                <a:off x="-1347269" y="4703822"/>
                <a:ext cx="40356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Ink 45">
                <a:extLst>
                  <a:ext uri="{FF2B5EF4-FFF2-40B4-BE49-F238E27FC236}">
                    <a16:creationId xmlns:a16="http://schemas.microsoft.com/office/drawing/2014/main" id="{BC70D25D-BC01-4F4F-9CFF-6F008246950B}"/>
                  </a:ext>
                </a:extLst>
              </p14:cNvPr>
              <p14:cNvContentPartPr/>
              <p14:nvPr/>
            </p14:nvContentPartPr>
            <p14:xfrm>
              <a:off x="-1102109" y="4898942"/>
              <a:ext cx="333000" cy="537840"/>
            </p14:xfrm>
          </p:contentPart>
        </mc:Choice>
        <mc:Fallback xmlns="">
          <p:pic>
            <p:nvPicPr>
              <p:cNvPr id="46" name="Ink 45">
                <a:extLst>
                  <a:ext uri="{FF2B5EF4-FFF2-40B4-BE49-F238E27FC236}">
                    <a16:creationId xmlns:a16="http://schemas.microsoft.com/office/drawing/2014/main" id="{BC70D25D-BC01-4F4F-9CFF-6F008246950B}"/>
                  </a:ext>
                </a:extLst>
              </p:cNvPr>
              <p:cNvPicPr/>
              <p:nvPr/>
            </p:nvPicPr>
            <p:blipFill>
              <a:blip r:embed="rId70"/>
              <a:stretch>
                <a:fillRect/>
              </a:stretch>
            </p:blipFill>
            <p:spPr>
              <a:xfrm>
                <a:off x="-1111109" y="4889942"/>
                <a:ext cx="35064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7" name="Ink 46">
                <a:extLst>
                  <a:ext uri="{FF2B5EF4-FFF2-40B4-BE49-F238E27FC236}">
                    <a16:creationId xmlns:a16="http://schemas.microsoft.com/office/drawing/2014/main" id="{B8BFA34B-F2A7-4A91-AAC4-0393D240700D}"/>
                  </a:ext>
                </a:extLst>
              </p14:cNvPr>
              <p14:cNvContentPartPr/>
              <p14:nvPr/>
            </p14:nvContentPartPr>
            <p14:xfrm>
              <a:off x="-744269" y="4456142"/>
              <a:ext cx="477000" cy="463680"/>
            </p14:xfrm>
          </p:contentPart>
        </mc:Choice>
        <mc:Fallback xmlns="">
          <p:pic>
            <p:nvPicPr>
              <p:cNvPr id="47" name="Ink 46">
                <a:extLst>
                  <a:ext uri="{FF2B5EF4-FFF2-40B4-BE49-F238E27FC236}">
                    <a16:creationId xmlns:a16="http://schemas.microsoft.com/office/drawing/2014/main" id="{B8BFA34B-F2A7-4A91-AAC4-0393D240700D}"/>
                  </a:ext>
                </a:extLst>
              </p:cNvPr>
              <p:cNvPicPr/>
              <p:nvPr/>
            </p:nvPicPr>
            <p:blipFill>
              <a:blip r:embed="rId72"/>
              <a:stretch>
                <a:fillRect/>
              </a:stretch>
            </p:blipFill>
            <p:spPr>
              <a:xfrm>
                <a:off x="-752909" y="4447142"/>
                <a:ext cx="494640" cy="481320"/>
              </a:xfrm>
              <a:prstGeom prst="rect">
                <a:avLst/>
              </a:prstGeom>
            </p:spPr>
          </p:pic>
        </mc:Fallback>
      </mc:AlternateContent>
      <p:grpSp>
        <p:nvGrpSpPr>
          <p:cNvPr id="53" name="Group 52">
            <a:extLst>
              <a:ext uri="{FF2B5EF4-FFF2-40B4-BE49-F238E27FC236}">
                <a16:creationId xmlns:a16="http://schemas.microsoft.com/office/drawing/2014/main" id="{A7C386CB-06A3-40AD-B822-4BC107CA1809}"/>
              </a:ext>
            </a:extLst>
          </p:cNvPr>
          <p:cNvGrpSpPr/>
          <p:nvPr/>
        </p:nvGrpSpPr>
        <p:grpSpPr>
          <a:xfrm>
            <a:off x="6691" y="3719942"/>
            <a:ext cx="1582560" cy="1013400"/>
            <a:chOff x="6691" y="3719942"/>
            <a:chExt cx="1582560" cy="1013400"/>
          </a:xfrm>
        </p:grpSpPr>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635B6E02-166E-4FBE-B572-2FCE58654596}"/>
                    </a:ext>
                  </a:extLst>
                </p14:cNvPr>
                <p14:cNvContentPartPr/>
                <p14:nvPr/>
              </p14:nvContentPartPr>
              <p14:xfrm>
                <a:off x="6691" y="4009022"/>
                <a:ext cx="524160" cy="724320"/>
              </p14:xfrm>
            </p:contentPart>
          </mc:Choice>
          <mc:Fallback xmlns="">
            <p:pic>
              <p:nvPicPr>
                <p:cNvPr id="49" name="Ink 48">
                  <a:extLst>
                    <a:ext uri="{FF2B5EF4-FFF2-40B4-BE49-F238E27FC236}">
                      <a16:creationId xmlns:a16="http://schemas.microsoft.com/office/drawing/2014/main" id="{635B6E02-166E-4FBE-B572-2FCE58654596}"/>
                    </a:ext>
                  </a:extLst>
                </p:cNvPr>
                <p:cNvPicPr/>
                <p:nvPr/>
              </p:nvPicPr>
              <p:blipFill>
                <a:blip r:embed="rId74"/>
                <a:stretch>
                  <a:fillRect/>
                </a:stretch>
              </p:blipFill>
              <p:spPr>
                <a:xfrm>
                  <a:off x="-2309" y="4000022"/>
                  <a:ext cx="541800" cy="74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FA3BD223-71B3-4E45-8364-B50CEAC0F074}"/>
                    </a:ext>
                  </a:extLst>
                </p14:cNvPr>
                <p14:cNvContentPartPr/>
                <p14:nvPr/>
              </p14:nvContentPartPr>
              <p14:xfrm>
                <a:off x="105691" y="4209542"/>
                <a:ext cx="360720" cy="235440"/>
              </p14:xfrm>
            </p:contentPart>
          </mc:Choice>
          <mc:Fallback xmlns="">
            <p:pic>
              <p:nvPicPr>
                <p:cNvPr id="50" name="Ink 49">
                  <a:extLst>
                    <a:ext uri="{FF2B5EF4-FFF2-40B4-BE49-F238E27FC236}">
                      <a16:creationId xmlns:a16="http://schemas.microsoft.com/office/drawing/2014/main" id="{FA3BD223-71B3-4E45-8364-B50CEAC0F074}"/>
                    </a:ext>
                  </a:extLst>
                </p:cNvPr>
                <p:cNvPicPr/>
                <p:nvPr/>
              </p:nvPicPr>
              <p:blipFill>
                <a:blip r:embed="rId76"/>
                <a:stretch>
                  <a:fillRect/>
                </a:stretch>
              </p:blipFill>
              <p:spPr>
                <a:xfrm>
                  <a:off x="97051" y="4200902"/>
                  <a:ext cx="3783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A83EF13E-DAE7-496A-A951-F22AE2DB4D86}"/>
                    </a:ext>
                  </a:extLst>
                </p14:cNvPr>
                <p14:cNvContentPartPr/>
                <p14:nvPr/>
              </p14:nvContentPartPr>
              <p14:xfrm>
                <a:off x="652531" y="3837302"/>
                <a:ext cx="397440" cy="423360"/>
              </p14:xfrm>
            </p:contentPart>
          </mc:Choice>
          <mc:Fallback xmlns="">
            <p:pic>
              <p:nvPicPr>
                <p:cNvPr id="51" name="Ink 50">
                  <a:extLst>
                    <a:ext uri="{FF2B5EF4-FFF2-40B4-BE49-F238E27FC236}">
                      <a16:creationId xmlns:a16="http://schemas.microsoft.com/office/drawing/2014/main" id="{A83EF13E-DAE7-496A-A951-F22AE2DB4D86}"/>
                    </a:ext>
                  </a:extLst>
                </p:cNvPr>
                <p:cNvPicPr/>
                <p:nvPr/>
              </p:nvPicPr>
              <p:blipFill>
                <a:blip r:embed="rId78"/>
                <a:stretch>
                  <a:fillRect/>
                </a:stretch>
              </p:blipFill>
              <p:spPr>
                <a:xfrm>
                  <a:off x="643531" y="3828662"/>
                  <a:ext cx="41508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4B3C253B-5EEC-4C96-B0B5-C7CA44C13FB5}"/>
                    </a:ext>
                  </a:extLst>
                </p14:cNvPr>
                <p14:cNvContentPartPr/>
                <p14:nvPr/>
              </p14:nvContentPartPr>
              <p14:xfrm>
                <a:off x="1040611" y="3719942"/>
                <a:ext cx="548640" cy="431280"/>
              </p14:xfrm>
            </p:contentPart>
          </mc:Choice>
          <mc:Fallback xmlns="">
            <p:pic>
              <p:nvPicPr>
                <p:cNvPr id="52" name="Ink 51">
                  <a:extLst>
                    <a:ext uri="{FF2B5EF4-FFF2-40B4-BE49-F238E27FC236}">
                      <a16:creationId xmlns:a16="http://schemas.microsoft.com/office/drawing/2014/main" id="{4B3C253B-5EEC-4C96-B0B5-C7CA44C13FB5}"/>
                    </a:ext>
                  </a:extLst>
                </p:cNvPr>
                <p:cNvPicPr/>
                <p:nvPr/>
              </p:nvPicPr>
              <p:blipFill>
                <a:blip r:embed="rId80"/>
                <a:stretch>
                  <a:fillRect/>
                </a:stretch>
              </p:blipFill>
              <p:spPr>
                <a:xfrm>
                  <a:off x="1031611" y="3711302"/>
                  <a:ext cx="566280" cy="448920"/>
                </a:xfrm>
                <a:prstGeom prst="rect">
                  <a:avLst/>
                </a:prstGeom>
              </p:spPr>
            </p:pic>
          </mc:Fallback>
        </mc:AlternateContent>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p:txBody>
          <a:bodyPr>
            <a:normAutofit/>
          </a:bodyPr>
          <a:lstStyle/>
          <a:p>
            <a:pPr marL="463550" indent="-463550"/>
            <a:r>
              <a:rPr lang="en-US" sz="2600" b="1" dirty="0"/>
              <a:t>Requirements collection and analysis</a:t>
            </a:r>
          </a:p>
          <a:p>
            <a:pPr marL="463550" indent="-463550"/>
            <a:endParaRPr lang="en-US" sz="2600" b="1" dirty="0"/>
          </a:p>
          <a:p>
            <a:pPr marL="519113" lvl="1" indent="-17463" algn="just">
              <a:buNone/>
            </a:pPr>
            <a:r>
              <a:rPr lang="en-US" sz="2800" dirty="0"/>
              <a:t>The process of collecting and analyzing information about the part of the organization that is to be supported by the database system, and using this information to identify the requirements for the new system</a:t>
            </a:r>
          </a:p>
        </p:txBody>
      </p:sp>
      <p:sp>
        <p:nvSpPr>
          <p:cNvPr id="4" name="Slide Number Placeholder 3"/>
          <p:cNvSpPr>
            <a:spLocks noGrp="1"/>
          </p:cNvSpPr>
          <p:nvPr>
            <p:ph type="sldNum" sz="quarter" idx="12"/>
          </p:nvPr>
        </p:nvSpPr>
        <p:spPr/>
        <p:txBody>
          <a:bodyPr/>
          <a:lstStyle/>
          <a:p>
            <a:fld id="{4FCBA6A4-4AC1-4AE5-BF17-AC49EE4BA738}"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590800" y="762000"/>
            <a:ext cx="6248400" cy="5410200"/>
          </a:xfrm>
        </p:spPr>
        <p:txBody>
          <a:bodyPr>
            <a:normAutofit/>
          </a:bodyPr>
          <a:lstStyle/>
          <a:p>
            <a:pPr marL="463550" indent="-463550"/>
            <a:r>
              <a:rPr lang="en-US" sz="2600" b="1" dirty="0"/>
              <a:t>Requirements collection and analysis</a:t>
            </a:r>
          </a:p>
          <a:p>
            <a:pPr marL="341313" indent="-341313">
              <a:buNone/>
            </a:pPr>
            <a:r>
              <a:rPr lang="en-US" sz="2500" dirty="0"/>
              <a:t>	</a:t>
            </a:r>
            <a:r>
              <a:rPr lang="en-US" sz="2800" dirty="0"/>
              <a:t>Information is gathered for each major user view including:</a:t>
            </a:r>
          </a:p>
          <a:p>
            <a:pPr marL="341313" indent="-341313">
              <a:buNone/>
            </a:pPr>
            <a:endParaRPr lang="en-US" sz="2800" dirty="0"/>
          </a:p>
          <a:p>
            <a:pPr marL="1023938" lvl="2" indent="-287338"/>
            <a:r>
              <a:rPr lang="en-US" sz="2400" dirty="0"/>
              <a:t>a description of data used or generated</a:t>
            </a:r>
          </a:p>
          <a:p>
            <a:pPr marL="1023938" lvl="2" indent="-287338"/>
            <a:r>
              <a:rPr lang="en-US" sz="2400" dirty="0"/>
              <a:t>details of how data is to be used/generated</a:t>
            </a:r>
          </a:p>
          <a:p>
            <a:pPr marL="1023938" lvl="2" indent="-287338"/>
            <a:r>
              <a:rPr lang="en-US" sz="2400" dirty="0"/>
              <a:t>any additional requirements for new database system</a:t>
            </a:r>
          </a:p>
          <a:p>
            <a:pPr lvl="1">
              <a:lnSpc>
                <a:spcPct val="30000"/>
              </a:lnSpc>
            </a:pPr>
            <a:endParaRPr lang="en-US" sz="2800" dirty="0"/>
          </a:p>
          <a:p>
            <a:pPr marL="341313" indent="-341313">
              <a:buNone/>
            </a:pPr>
            <a:r>
              <a:rPr lang="en-US" sz="2400" dirty="0"/>
              <a:t>	Information is analyzed to identify requirements to be included in new database system. (Requirements specification)</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590800" y="864108"/>
            <a:ext cx="6248400" cy="5120640"/>
          </a:xfrm>
        </p:spPr>
        <p:txBody>
          <a:bodyPr>
            <a:normAutofit/>
          </a:bodyPr>
          <a:lstStyle/>
          <a:p>
            <a:pPr marL="463550" indent="-463550"/>
            <a:r>
              <a:rPr lang="en-US" sz="2600" b="1" dirty="0"/>
              <a:t>Requirements collection and analysis</a:t>
            </a:r>
          </a:p>
          <a:p>
            <a:pPr marL="463550" indent="-463550"/>
            <a:endParaRPr lang="en-US" sz="2600" b="1" dirty="0"/>
          </a:p>
          <a:p>
            <a:pPr marL="966470" lvl="1" indent="-463550"/>
            <a:r>
              <a:rPr lang="en-US" sz="2800" dirty="0">
                <a:latin typeface="Corbel (Body)"/>
                <a:cs typeface="Times New Roman" pitchFamily="18" charset="0"/>
              </a:rPr>
              <a:t>Another important activity is deciding how to manage the requirements for a database system with multiple user views</a:t>
            </a:r>
          </a:p>
          <a:p>
            <a:pPr marL="966470" lvl="1" indent="-463550"/>
            <a:endParaRPr lang="en-US" sz="2600" dirty="0">
              <a:latin typeface="Corbel (Body)"/>
              <a:cs typeface="Times New Roman" pitchFamily="18" charset="0"/>
            </a:endParaRPr>
          </a:p>
          <a:p>
            <a:pPr marL="966470" lvl="1" indent="-463550"/>
            <a:r>
              <a:rPr lang="en-US" sz="2800" dirty="0">
                <a:latin typeface="Corbel (Body)"/>
                <a:cs typeface="Times New Roman" pitchFamily="18" charset="0"/>
              </a:rPr>
              <a:t>Three main approaches:</a:t>
            </a:r>
          </a:p>
          <a:p>
            <a:pPr lvl="2"/>
            <a:r>
              <a:rPr lang="en-US" sz="2400" dirty="0">
                <a:latin typeface="Corbel (Body)"/>
                <a:cs typeface="Times New Roman" pitchFamily="18" charset="0"/>
              </a:rPr>
              <a:t>centralized approach</a:t>
            </a:r>
          </a:p>
          <a:p>
            <a:pPr lvl="2"/>
            <a:r>
              <a:rPr lang="en-US" sz="2400" dirty="0">
                <a:latin typeface="Corbel (Body)"/>
                <a:cs typeface="Times New Roman" pitchFamily="18" charset="0"/>
              </a:rPr>
              <a:t>view integration approach</a:t>
            </a:r>
          </a:p>
          <a:p>
            <a:pPr lvl="2"/>
            <a:r>
              <a:rPr lang="en-US" sz="2400" dirty="0">
                <a:latin typeface="Corbel (Body)"/>
                <a:cs typeface="Times New Roman" pitchFamily="18" charset="0"/>
              </a:rPr>
              <a:t>combination of both approaches</a:t>
            </a:r>
            <a:endParaRPr lang="en-US" sz="2300" dirty="0">
              <a:latin typeface="Corbel (Body)"/>
              <a:cs typeface="Times New Roman" pitchFamily="18" charset="0"/>
            </a:endParaRPr>
          </a:p>
          <a:p>
            <a:pPr marL="341313" indent="-341313">
              <a:buNone/>
            </a:pPr>
            <a:endParaRPr lang="en-US" sz="23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11</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AE90011-B3D2-4117-B57F-76047D01A0E7}"/>
                  </a:ext>
                </a:extLst>
              </p14:cNvPr>
              <p14:cNvContentPartPr/>
              <p14:nvPr/>
            </p14:nvContentPartPr>
            <p14:xfrm>
              <a:off x="3705331" y="3497102"/>
              <a:ext cx="4544280" cy="138240"/>
            </p14:xfrm>
          </p:contentPart>
        </mc:Choice>
        <mc:Fallback xmlns="">
          <p:pic>
            <p:nvPicPr>
              <p:cNvPr id="5" name="Ink 4">
                <a:extLst>
                  <a:ext uri="{FF2B5EF4-FFF2-40B4-BE49-F238E27FC236}">
                    <a16:creationId xmlns:a16="http://schemas.microsoft.com/office/drawing/2014/main" id="{AAE90011-B3D2-4117-B57F-76047D01A0E7}"/>
                  </a:ext>
                </a:extLst>
              </p:cNvPr>
              <p:cNvPicPr/>
              <p:nvPr/>
            </p:nvPicPr>
            <p:blipFill>
              <a:blip r:embed="rId3"/>
              <a:stretch>
                <a:fillRect/>
              </a:stretch>
            </p:blipFill>
            <p:spPr>
              <a:xfrm>
                <a:off x="3696691" y="3488462"/>
                <a:ext cx="4561920" cy="1558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1" cy="4601183"/>
          </a:xfrm>
        </p:spPr>
        <p:txBody>
          <a:bodyPr/>
          <a:lstStyle/>
          <a:p>
            <a:r>
              <a:rPr lang="en-US" dirty="0"/>
              <a:t>Centralized Approach</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12</a:t>
            </a:fld>
            <a:endParaRPr lang="en-US" dirty="0"/>
          </a:p>
        </p:txBody>
      </p:sp>
      <p:pic>
        <p:nvPicPr>
          <p:cNvPr id="5" name="Picture 6" descr="C09NF03"/>
          <p:cNvPicPr>
            <a:picLocks noGrp="1" noChangeAspect="1" noChangeArrowheads="1"/>
          </p:cNvPicPr>
          <p:nvPr>
            <p:ph idx="1"/>
          </p:nvPr>
        </p:nvPicPr>
        <p:blipFill>
          <a:blip r:embed="rId2"/>
          <a:srcRect r="-90" b="6674"/>
          <a:stretch>
            <a:fillRect/>
          </a:stretch>
        </p:blipFill>
        <p:spPr>
          <a:xfrm>
            <a:off x="2590800" y="2448522"/>
            <a:ext cx="6553200" cy="3495078"/>
          </a:xfrm>
          <a:noFill/>
        </p:spPr>
      </p:pic>
      <p:sp>
        <p:nvSpPr>
          <p:cNvPr id="6" name="TextBox 5"/>
          <p:cNvSpPr txBox="1"/>
          <p:nvPr/>
        </p:nvSpPr>
        <p:spPr>
          <a:xfrm>
            <a:off x="2819400" y="807928"/>
            <a:ext cx="6019800" cy="1554272"/>
          </a:xfrm>
          <a:prstGeom prst="rect">
            <a:avLst/>
          </a:prstGeom>
          <a:noFill/>
        </p:spPr>
        <p:txBody>
          <a:bodyPr wrap="square" rtlCol="0">
            <a:spAutoFit/>
          </a:bodyPr>
          <a:lstStyle/>
          <a:p>
            <a:pPr marL="231775" lvl="1" indent="-231775">
              <a:lnSpc>
                <a:spcPct val="90000"/>
              </a:lnSpc>
              <a:spcBef>
                <a:spcPts val="250"/>
              </a:spcBef>
              <a:spcAft>
                <a:spcPts val="250"/>
              </a:spcAft>
              <a:buClr>
                <a:schemeClr val="accent1"/>
              </a:buClr>
              <a:buFont typeface="Arial" pitchFamily="34" charset="0"/>
              <a:buChar char="•"/>
            </a:pPr>
            <a:r>
              <a:rPr lang="en-US" sz="2000" dirty="0">
                <a:solidFill>
                  <a:schemeClr val="tx1">
                    <a:lumMod val="65000"/>
                    <a:lumOff val="35000"/>
                  </a:schemeClr>
                </a:solidFill>
                <a:latin typeface="Corbel (Body)"/>
                <a:cs typeface="Times New Roman" pitchFamily="18" charset="0"/>
              </a:rPr>
              <a:t>Requirements for each user view are merged into a single set of  requirements for the new database system. </a:t>
            </a:r>
          </a:p>
          <a:p>
            <a:pPr marL="231775" lvl="1" indent="-231775">
              <a:lnSpc>
                <a:spcPct val="90000"/>
              </a:lnSpc>
              <a:spcBef>
                <a:spcPts val="250"/>
              </a:spcBef>
              <a:spcAft>
                <a:spcPts val="250"/>
              </a:spcAft>
              <a:buClr>
                <a:schemeClr val="accent1"/>
              </a:buClr>
              <a:buFont typeface="Arial" pitchFamily="34" charset="0"/>
              <a:buChar char="•"/>
            </a:pPr>
            <a:r>
              <a:rPr lang="en-US" sz="2000" dirty="0">
                <a:solidFill>
                  <a:schemeClr val="tx1">
                    <a:lumMod val="65000"/>
                    <a:lumOff val="35000"/>
                  </a:schemeClr>
                </a:solidFill>
                <a:latin typeface="Corbel (Body)"/>
                <a:cs typeface="Times New Roman" pitchFamily="18" charset="0"/>
              </a:rPr>
              <a:t>A data model representing all user views is created during the database design stage.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Integration Approach</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13</a:t>
            </a:fld>
            <a:endParaRPr lang="en-US" dirty="0"/>
          </a:p>
        </p:txBody>
      </p:sp>
      <p:pic>
        <p:nvPicPr>
          <p:cNvPr id="5" name="Picture 6" descr="C09NF04"/>
          <p:cNvPicPr>
            <a:picLocks noGrp="1" noChangeAspect="1" noChangeArrowheads="1"/>
          </p:cNvPicPr>
          <p:nvPr>
            <p:ph idx="1"/>
          </p:nvPr>
        </p:nvPicPr>
        <p:blipFill>
          <a:blip r:embed="rId2"/>
          <a:srcRect l="-1973" t="14931"/>
          <a:stretch>
            <a:fillRect/>
          </a:stretch>
        </p:blipFill>
        <p:spPr>
          <a:xfrm>
            <a:off x="2590800" y="685800"/>
            <a:ext cx="6553200" cy="5741942"/>
          </a:xfrm>
          <a:noFill/>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DD23BF3-C804-46DA-ADF5-7DCD75CBF2BA}"/>
                  </a:ext>
                </a:extLst>
              </p14:cNvPr>
              <p14:cNvContentPartPr/>
              <p14:nvPr/>
            </p14:nvContentPartPr>
            <p14:xfrm>
              <a:off x="2971651" y="749582"/>
              <a:ext cx="11880" cy="507240"/>
            </p14:xfrm>
          </p:contentPart>
        </mc:Choice>
        <mc:Fallback xmlns="">
          <p:pic>
            <p:nvPicPr>
              <p:cNvPr id="3" name="Ink 2">
                <a:extLst>
                  <a:ext uri="{FF2B5EF4-FFF2-40B4-BE49-F238E27FC236}">
                    <a16:creationId xmlns:a16="http://schemas.microsoft.com/office/drawing/2014/main" id="{1DD23BF3-C804-46DA-ADF5-7DCD75CBF2BA}"/>
                  </a:ext>
                </a:extLst>
              </p:cNvPr>
              <p:cNvPicPr/>
              <p:nvPr/>
            </p:nvPicPr>
            <p:blipFill>
              <a:blip r:embed="rId4"/>
              <a:stretch>
                <a:fillRect/>
              </a:stretch>
            </p:blipFill>
            <p:spPr>
              <a:xfrm>
                <a:off x="2963011" y="740582"/>
                <a:ext cx="29520" cy="524880"/>
              </a:xfrm>
              <a:prstGeom prst="rect">
                <a:avLst/>
              </a:prstGeom>
            </p:spPr>
          </p:pic>
        </mc:Fallback>
      </mc:AlternateContent>
      <p:grpSp>
        <p:nvGrpSpPr>
          <p:cNvPr id="9" name="Group 8">
            <a:extLst>
              <a:ext uri="{FF2B5EF4-FFF2-40B4-BE49-F238E27FC236}">
                <a16:creationId xmlns:a16="http://schemas.microsoft.com/office/drawing/2014/main" id="{423B0272-87CA-4112-87B0-D1561C6821B6}"/>
              </a:ext>
            </a:extLst>
          </p:cNvPr>
          <p:cNvGrpSpPr/>
          <p:nvPr/>
        </p:nvGrpSpPr>
        <p:grpSpPr>
          <a:xfrm>
            <a:off x="2834851" y="2795822"/>
            <a:ext cx="537120" cy="332640"/>
            <a:chOff x="2834851" y="2795822"/>
            <a:chExt cx="537120" cy="33264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397C36C-42FA-46DE-B3AA-95C40E788919}"/>
                    </a:ext>
                  </a:extLst>
                </p14:cNvPr>
                <p14:cNvContentPartPr/>
                <p14:nvPr/>
              </p14:nvContentPartPr>
              <p14:xfrm>
                <a:off x="2834851" y="2806622"/>
                <a:ext cx="78120" cy="9720"/>
              </p14:xfrm>
            </p:contentPart>
          </mc:Choice>
          <mc:Fallback xmlns="">
            <p:pic>
              <p:nvPicPr>
                <p:cNvPr id="6" name="Ink 5">
                  <a:extLst>
                    <a:ext uri="{FF2B5EF4-FFF2-40B4-BE49-F238E27FC236}">
                      <a16:creationId xmlns:a16="http://schemas.microsoft.com/office/drawing/2014/main" id="{E397C36C-42FA-46DE-B3AA-95C40E788919}"/>
                    </a:ext>
                  </a:extLst>
                </p:cNvPr>
                <p:cNvPicPr/>
                <p:nvPr/>
              </p:nvPicPr>
              <p:blipFill>
                <a:blip r:embed="rId6"/>
                <a:stretch>
                  <a:fillRect/>
                </a:stretch>
              </p:blipFill>
              <p:spPr>
                <a:xfrm>
                  <a:off x="2826211" y="2797982"/>
                  <a:ext cx="957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3055C665-436D-44E1-850C-9ACBEC65192D}"/>
                    </a:ext>
                  </a:extLst>
                </p14:cNvPr>
                <p14:cNvContentPartPr/>
                <p14:nvPr/>
              </p14:nvContentPartPr>
              <p14:xfrm>
                <a:off x="3065251" y="2795822"/>
                <a:ext cx="306720" cy="332640"/>
              </p14:xfrm>
            </p:contentPart>
          </mc:Choice>
          <mc:Fallback xmlns="">
            <p:pic>
              <p:nvPicPr>
                <p:cNvPr id="7" name="Ink 6">
                  <a:extLst>
                    <a:ext uri="{FF2B5EF4-FFF2-40B4-BE49-F238E27FC236}">
                      <a16:creationId xmlns:a16="http://schemas.microsoft.com/office/drawing/2014/main" id="{3055C665-436D-44E1-850C-9ACBEC65192D}"/>
                    </a:ext>
                  </a:extLst>
                </p:cNvPr>
                <p:cNvPicPr/>
                <p:nvPr/>
              </p:nvPicPr>
              <p:blipFill>
                <a:blip r:embed="rId8"/>
                <a:stretch>
                  <a:fillRect/>
                </a:stretch>
              </p:blipFill>
              <p:spPr>
                <a:xfrm>
                  <a:off x="3056611" y="2786822"/>
                  <a:ext cx="324360" cy="350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E8EE36E3-4C8F-4369-8C01-EFCE51199B8D}"/>
                  </a:ext>
                </a:extLst>
              </p14:cNvPr>
              <p14:cNvContentPartPr/>
              <p14:nvPr/>
            </p14:nvContentPartPr>
            <p14:xfrm>
              <a:off x="2782291" y="4619942"/>
              <a:ext cx="530280" cy="479160"/>
            </p14:xfrm>
          </p:contentPart>
        </mc:Choice>
        <mc:Fallback xmlns="">
          <p:pic>
            <p:nvPicPr>
              <p:cNvPr id="8" name="Ink 7">
                <a:extLst>
                  <a:ext uri="{FF2B5EF4-FFF2-40B4-BE49-F238E27FC236}">
                    <a16:creationId xmlns:a16="http://schemas.microsoft.com/office/drawing/2014/main" id="{E8EE36E3-4C8F-4369-8C01-EFCE51199B8D}"/>
                  </a:ext>
                </a:extLst>
              </p:cNvPr>
              <p:cNvPicPr/>
              <p:nvPr/>
            </p:nvPicPr>
            <p:blipFill>
              <a:blip r:embed="rId10"/>
              <a:stretch>
                <a:fillRect/>
              </a:stretch>
            </p:blipFill>
            <p:spPr>
              <a:xfrm>
                <a:off x="2773291" y="4610942"/>
                <a:ext cx="547920" cy="496800"/>
              </a:xfrm>
              <a:prstGeom prst="rect">
                <a:avLst/>
              </a:prstGeom>
            </p:spPr>
          </p:pic>
        </mc:Fallback>
      </mc:AlternateContent>
      <p:grpSp>
        <p:nvGrpSpPr>
          <p:cNvPr id="16" name="Group 15">
            <a:extLst>
              <a:ext uri="{FF2B5EF4-FFF2-40B4-BE49-F238E27FC236}">
                <a16:creationId xmlns:a16="http://schemas.microsoft.com/office/drawing/2014/main" id="{33F024C4-AAFB-4336-A024-DB8A4108BCD3}"/>
              </a:ext>
            </a:extLst>
          </p:cNvPr>
          <p:cNvGrpSpPr/>
          <p:nvPr/>
        </p:nvGrpSpPr>
        <p:grpSpPr>
          <a:xfrm>
            <a:off x="3925291" y="831662"/>
            <a:ext cx="559800" cy="549000"/>
            <a:chOff x="3925291" y="831662"/>
            <a:chExt cx="559800" cy="549000"/>
          </a:xfrm>
        </p:grpSpPr>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CC807EBA-84AD-487C-B908-5015547212C5}"/>
                    </a:ext>
                  </a:extLst>
                </p14:cNvPr>
                <p14:cNvContentPartPr/>
                <p14:nvPr/>
              </p14:nvContentPartPr>
              <p14:xfrm>
                <a:off x="3925291" y="831662"/>
                <a:ext cx="559800" cy="512280"/>
              </p14:xfrm>
            </p:contentPart>
          </mc:Choice>
          <mc:Fallback xmlns="">
            <p:pic>
              <p:nvPicPr>
                <p:cNvPr id="10" name="Ink 9">
                  <a:extLst>
                    <a:ext uri="{FF2B5EF4-FFF2-40B4-BE49-F238E27FC236}">
                      <a16:creationId xmlns:a16="http://schemas.microsoft.com/office/drawing/2014/main" id="{CC807EBA-84AD-487C-B908-5015547212C5}"/>
                    </a:ext>
                  </a:extLst>
                </p:cNvPr>
                <p:cNvPicPr/>
                <p:nvPr/>
              </p:nvPicPr>
              <p:blipFill>
                <a:blip r:embed="rId12"/>
                <a:stretch>
                  <a:fillRect/>
                </a:stretch>
              </p:blipFill>
              <p:spPr>
                <a:xfrm>
                  <a:off x="3916651" y="822662"/>
                  <a:ext cx="57744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61671475-9F31-42F7-8B41-3133FB2DF3DE}"/>
                    </a:ext>
                  </a:extLst>
                </p14:cNvPr>
                <p14:cNvContentPartPr/>
                <p14:nvPr/>
              </p14:nvContentPartPr>
              <p14:xfrm>
                <a:off x="4458091" y="1101662"/>
                <a:ext cx="25560" cy="279000"/>
              </p14:xfrm>
            </p:contentPart>
          </mc:Choice>
          <mc:Fallback xmlns="">
            <p:pic>
              <p:nvPicPr>
                <p:cNvPr id="11" name="Ink 10">
                  <a:extLst>
                    <a:ext uri="{FF2B5EF4-FFF2-40B4-BE49-F238E27FC236}">
                      <a16:creationId xmlns:a16="http://schemas.microsoft.com/office/drawing/2014/main" id="{61671475-9F31-42F7-8B41-3133FB2DF3DE}"/>
                    </a:ext>
                  </a:extLst>
                </p:cNvPr>
                <p:cNvPicPr/>
                <p:nvPr/>
              </p:nvPicPr>
              <p:blipFill>
                <a:blip r:embed="rId14"/>
                <a:stretch>
                  <a:fillRect/>
                </a:stretch>
              </p:blipFill>
              <p:spPr>
                <a:xfrm>
                  <a:off x="4449451" y="1093022"/>
                  <a:ext cx="43200" cy="296640"/>
                </a:xfrm>
                <a:prstGeom prst="rect">
                  <a:avLst/>
                </a:prstGeom>
              </p:spPr>
            </p:pic>
          </mc:Fallback>
        </mc:AlternateContent>
      </p:grpSp>
      <p:grpSp>
        <p:nvGrpSpPr>
          <p:cNvPr id="15" name="Group 14">
            <a:extLst>
              <a:ext uri="{FF2B5EF4-FFF2-40B4-BE49-F238E27FC236}">
                <a16:creationId xmlns:a16="http://schemas.microsoft.com/office/drawing/2014/main" id="{F4163BB2-BE36-4D36-A298-1AB575C3F8EE}"/>
              </a:ext>
            </a:extLst>
          </p:cNvPr>
          <p:cNvGrpSpPr/>
          <p:nvPr/>
        </p:nvGrpSpPr>
        <p:grpSpPr>
          <a:xfrm>
            <a:off x="3945811" y="2732462"/>
            <a:ext cx="643680" cy="349920"/>
            <a:chOff x="3945811" y="2732462"/>
            <a:chExt cx="643680" cy="349920"/>
          </a:xfrm>
        </p:grpSpPr>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3384660-83ED-40BA-ADAD-D87382674D1E}"/>
                    </a:ext>
                  </a:extLst>
                </p14:cNvPr>
                <p14:cNvContentPartPr/>
                <p14:nvPr/>
              </p14:nvContentPartPr>
              <p14:xfrm>
                <a:off x="3945811" y="2799782"/>
                <a:ext cx="72000" cy="223560"/>
              </p14:xfrm>
            </p:contentPart>
          </mc:Choice>
          <mc:Fallback xmlns="">
            <p:pic>
              <p:nvPicPr>
                <p:cNvPr id="12" name="Ink 11">
                  <a:extLst>
                    <a:ext uri="{FF2B5EF4-FFF2-40B4-BE49-F238E27FC236}">
                      <a16:creationId xmlns:a16="http://schemas.microsoft.com/office/drawing/2014/main" id="{03384660-83ED-40BA-ADAD-D87382674D1E}"/>
                    </a:ext>
                  </a:extLst>
                </p:cNvPr>
                <p:cNvPicPr/>
                <p:nvPr/>
              </p:nvPicPr>
              <p:blipFill>
                <a:blip r:embed="rId16"/>
                <a:stretch>
                  <a:fillRect/>
                </a:stretch>
              </p:blipFill>
              <p:spPr>
                <a:xfrm>
                  <a:off x="3936811" y="2791142"/>
                  <a:ext cx="8964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F4032E18-A930-465D-B799-B17CFDD91A50}"/>
                    </a:ext>
                  </a:extLst>
                </p14:cNvPr>
                <p14:cNvContentPartPr/>
                <p14:nvPr/>
              </p14:nvContentPartPr>
              <p14:xfrm>
                <a:off x="4144891" y="2732462"/>
                <a:ext cx="101880" cy="173160"/>
              </p14:xfrm>
            </p:contentPart>
          </mc:Choice>
          <mc:Fallback xmlns="">
            <p:pic>
              <p:nvPicPr>
                <p:cNvPr id="13" name="Ink 12">
                  <a:extLst>
                    <a:ext uri="{FF2B5EF4-FFF2-40B4-BE49-F238E27FC236}">
                      <a16:creationId xmlns:a16="http://schemas.microsoft.com/office/drawing/2014/main" id="{F4032E18-A930-465D-B799-B17CFDD91A50}"/>
                    </a:ext>
                  </a:extLst>
                </p:cNvPr>
                <p:cNvPicPr/>
                <p:nvPr/>
              </p:nvPicPr>
              <p:blipFill>
                <a:blip r:embed="rId18"/>
                <a:stretch>
                  <a:fillRect/>
                </a:stretch>
              </p:blipFill>
              <p:spPr>
                <a:xfrm>
                  <a:off x="4135891" y="2723462"/>
                  <a:ext cx="1195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CB761FC8-193A-4556-B305-7ABE0722B077}"/>
                    </a:ext>
                  </a:extLst>
                </p14:cNvPr>
                <p14:cNvContentPartPr/>
                <p14:nvPr/>
              </p14:nvContentPartPr>
              <p14:xfrm>
                <a:off x="4307611" y="2929742"/>
                <a:ext cx="281880" cy="152640"/>
              </p14:xfrm>
            </p:contentPart>
          </mc:Choice>
          <mc:Fallback xmlns="">
            <p:pic>
              <p:nvPicPr>
                <p:cNvPr id="14" name="Ink 13">
                  <a:extLst>
                    <a:ext uri="{FF2B5EF4-FFF2-40B4-BE49-F238E27FC236}">
                      <a16:creationId xmlns:a16="http://schemas.microsoft.com/office/drawing/2014/main" id="{CB761FC8-193A-4556-B305-7ABE0722B077}"/>
                    </a:ext>
                  </a:extLst>
                </p:cNvPr>
                <p:cNvPicPr/>
                <p:nvPr/>
              </p:nvPicPr>
              <p:blipFill>
                <a:blip r:embed="rId20"/>
                <a:stretch>
                  <a:fillRect/>
                </a:stretch>
              </p:blipFill>
              <p:spPr>
                <a:xfrm>
                  <a:off x="4298971" y="2920742"/>
                  <a:ext cx="299520" cy="170280"/>
                </a:xfrm>
                <a:prstGeom prst="rect">
                  <a:avLst/>
                </a:prstGeom>
              </p:spPr>
            </p:pic>
          </mc:Fallback>
        </mc:AlternateContent>
      </p:grpSp>
      <p:grpSp>
        <p:nvGrpSpPr>
          <p:cNvPr id="19" name="Group 18">
            <a:extLst>
              <a:ext uri="{FF2B5EF4-FFF2-40B4-BE49-F238E27FC236}">
                <a16:creationId xmlns:a16="http://schemas.microsoft.com/office/drawing/2014/main" id="{D97CEEC6-8A49-4C6A-A1C7-599E445D24AB}"/>
              </a:ext>
            </a:extLst>
          </p:cNvPr>
          <p:cNvGrpSpPr/>
          <p:nvPr/>
        </p:nvGrpSpPr>
        <p:grpSpPr>
          <a:xfrm>
            <a:off x="3969571" y="4680062"/>
            <a:ext cx="755640" cy="286560"/>
            <a:chOff x="3969571" y="4680062"/>
            <a:chExt cx="755640" cy="286560"/>
          </a:xfrm>
        </p:grpSpPr>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AD54FC9F-153F-4310-ADAA-64E64298D8C9}"/>
                    </a:ext>
                  </a:extLst>
                </p14:cNvPr>
                <p14:cNvContentPartPr/>
                <p14:nvPr/>
              </p14:nvContentPartPr>
              <p14:xfrm>
                <a:off x="3969571" y="4680062"/>
                <a:ext cx="372240" cy="256320"/>
              </p14:xfrm>
            </p:contentPart>
          </mc:Choice>
          <mc:Fallback xmlns="">
            <p:pic>
              <p:nvPicPr>
                <p:cNvPr id="17" name="Ink 16">
                  <a:extLst>
                    <a:ext uri="{FF2B5EF4-FFF2-40B4-BE49-F238E27FC236}">
                      <a16:creationId xmlns:a16="http://schemas.microsoft.com/office/drawing/2014/main" id="{AD54FC9F-153F-4310-ADAA-64E64298D8C9}"/>
                    </a:ext>
                  </a:extLst>
                </p:cNvPr>
                <p:cNvPicPr/>
                <p:nvPr/>
              </p:nvPicPr>
              <p:blipFill>
                <a:blip r:embed="rId22"/>
                <a:stretch>
                  <a:fillRect/>
                </a:stretch>
              </p:blipFill>
              <p:spPr>
                <a:xfrm>
                  <a:off x="3960931" y="4671422"/>
                  <a:ext cx="3898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744E8945-5416-4EEE-9F0E-4EEFC39AE4C6}"/>
                    </a:ext>
                  </a:extLst>
                </p14:cNvPr>
                <p14:cNvContentPartPr/>
                <p14:nvPr/>
              </p14:nvContentPartPr>
              <p14:xfrm>
                <a:off x="4474291" y="4856462"/>
                <a:ext cx="250920" cy="110160"/>
              </p14:xfrm>
            </p:contentPart>
          </mc:Choice>
          <mc:Fallback xmlns="">
            <p:pic>
              <p:nvPicPr>
                <p:cNvPr id="18" name="Ink 17">
                  <a:extLst>
                    <a:ext uri="{FF2B5EF4-FFF2-40B4-BE49-F238E27FC236}">
                      <a16:creationId xmlns:a16="http://schemas.microsoft.com/office/drawing/2014/main" id="{744E8945-5416-4EEE-9F0E-4EEFC39AE4C6}"/>
                    </a:ext>
                  </a:extLst>
                </p:cNvPr>
                <p:cNvPicPr/>
                <p:nvPr/>
              </p:nvPicPr>
              <p:blipFill>
                <a:blip r:embed="rId24"/>
                <a:stretch>
                  <a:fillRect/>
                </a:stretch>
              </p:blipFill>
              <p:spPr>
                <a:xfrm>
                  <a:off x="4465651" y="4847822"/>
                  <a:ext cx="268560" cy="127800"/>
                </a:xfrm>
                <a:prstGeom prst="rect">
                  <a:avLst/>
                </a:prstGeom>
              </p:spPr>
            </p:pic>
          </mc:Fallback>
        </mc:AlternateContent>
      </p:grpSp>
      <p:grpSp>
        <p:nvGrpSpPr>
          <p:cNvPr id="23" name="Group 22">
            <a:extLst>
              <a:ext uri="{FF2B5EF4-FFF2-40B4-BE49-F238E27FC236}">
                <a16:creationId xmlns:a16="http://schemas.microsoft.com/office/drawing/2014/main" id="{6B7F0797-3F12-41BA-B66A-775234215B5F}"/>
              </a:ext>
            </a:extLst>
          </p:cNvPr>
          <p:cNvGrpSpPr/>
          <p:nvPr/>
        </p:nvGrpSpPr>
        <p:grpSpPr>
          <a:xfrm>
            <a:off x="4498411" y="1794662"/>
            <a:ext cx="736920" cy="429120"/>
            <a:chOff x="4498411" y="1794662"/>
            <a:chExt cx="736920" cy="429120"/>
          </a:xfrm>
        </p:grpSpPr>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6A63DB58-13B9-479B-97CB-EFAE65ACF318}"/>
                    </a:ext>
                  </a:extLst>
                </p14:cNvPr>
                <p14:cNvContentPartPr/>
                <p14:nvPr/>
              </p14:nvContentPartPr>
              <p14:xfrm>
                <a:off x="4498411" y="1839662"/>
                <a:ext cx="596160" cy="56160"/>
              </p14:xfrm>
            </p:contentPart>
          </mc:Choice>
          <mc:Fallback xmlns="">
            <p:pic>
              <p:nvPicPr>
                <p:cNvPr id="20" name="Ink 19">
                  <a:extLst>
                    <a:ext uri="{FF2B5EF4-FFF2-40B4-BE49-F238E27FC236}">
                      <a16:creationId xmlns:a16="http://schemas.microsoft.com/office/drawing/2014/main" id="{6A63DB58-13B9-479B-97CB-EFAE65ACF318}"/>
                    </a:ext>
                  </a:extLst>
                </p:cNvPr>
                <p:cNvPicPr/>
                <p:nvPr/>
              </p:nvPicPr>
              <p:blipFill>
                <a:blip r:embed="rId26"/>
                <a:stretch>
                  <a:fillRect/>
                </a:stretch>
              </p:blipFill>
              <p:spPr>
                <a:xfrm>
                  <a:off x="4489771" y="1831022"/>
                  <a:ext cx="613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4E4A6890-0F2A-420E-9114-D157927D90D8}"/>
                    </a:ext>
                  </a:extLst>
                </p14:cNvPr>
                <p14:cNvContentPartPr/>
                <p14:nvPr/>
              </p14:nvContentPartPr>
              <p14:xfrm>
                <a:off x="5234971" y="1831382"/>
                <a:ext cx="360" cy="360"/>
              </p14:xfrm>
            </p:contentPart>
          </mc:Choice>
          <mc:Fallback xmlns="">
            <p:pic>
              <p:nvPicPr>
                <p:cNvPr id="21" name="Ink 20">
                  <a:extLst>
                    <a:ext uri="{FF2B5EF4-FFF2-40B4-BE49-F238E27FC236}">
                      <a16:creationId xmlns:a16="http://schemas.microsoft.com/office/drawing/2014/main" id="{4E4A6890-0F2A-420E-9114-D157927D90D8}"/>
                    </a:ext>
                  </a:extLst>
                </p:cNvPr>
                <p:cNvPicPr/>
                <p:nvPr/>
              </p:nvPicPr>
              <p:blipFill>
                <a:blip r:embed="rId28"/>
                <a:stretch>
                  <a:fillRect/>
                </a:stretch>
              </p:blipFill>
              <p:spPr>
                <a:xfrm>
                  <a:off x="5226331" y="18223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039FC8A0-A1B0-4CAB-BA54-96A46AC6DB86}"/>
                    </a:ext>
                  </a:extLst>
                </p14:cNvPr>
                <p14:cNvContentPartPr/>
                <p14:nvPr/>
              </p14:nvContentPartPr>
              <p14:xfrm>
                <a:off x="4836451" y="1794662"/>
                <a:ext cx="304200" cy="429120"/>
              </p14:xfrm>
            </p:contentPart>
          </mc:Choice>
          <mc:Fallback xmlns="">
            <p:pic>
              <p:nvPicPr>
                <p:cNvPr id="22" name="Ink 21">
                  <a:extLst>
                    <a:ext uri="{FF2B5EF4-FFF2-40B4-BE49-F238E27FC236}">
                      <a16:creationId xmlns:a16="http://schemas.microsoft.com/office/drawing/2014/main" id="{039FC8A0-A1B0-4CAB-BA54-96A46AC6DB86}"/>
                    </a:ext>
                  </a:extLst>
                </p:cNvPr>
                <p:cNvPicPr/>
                <p:nvPr/>
              </p:nvPicPr>
              <p:blipFill>
                <a:blip r:embed="rId30"/>
                <a:stretch>
                  <a:fillRect/>
                </a:stretch>
              </p:blipFill>
              <p:spPr>
                <a:xfrm>
                  <a:off x="4827811" y="1786022"/>
                  <a:ext cx="321840" cy="446760"/>
                </a:xfrm>
                <a:prstGeom prst="rect">
                  <a:avLst/>
                </a:prstGeom>
              </p:spPr>
            </p:pic>
          </mc:Fallback>
        </mc:AlternateContent>
      </p:grpSp>
      <p:grpSp>
        <p:nvGrpSpPr>
          <p:cNvPr id="27" name="Group 26">
            <a:extLst>
              <a:ext uri="{FF2B5EF4-FFF2-40B4-BE49-F238E27FC236}">
                <a16:creationId xmlns:a16="http://schemas.microsoft.com/office/drawing/2014/main" id="{C7A2F521-D80D-46B2-B4D2-69B4CAA5D4E2}"/>
              </a:ext>
            </a:extLst>
          </p:cNvPr>
          <p:cNvGrpSpPr/>
          <p:nvPr/>
        </p:nvGrpSpPr>
        <p:grpSpPr>
          <a:xfrm>
            <a:off x="4421731" y="3557582"/>
            <a:ext cx="813600" cy="293040"/>
            <a:chOff x="4421731" y="3557582"/>
            <a:chExt cx="813600" cy="293040"/>
          </a:xfrm>
        </p:grpSpPr>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A3277241-B591-4111-906E-92DC6F49E9FF}"/>
                    </a:ext>
                  </a:extLst>
                </p14:cNvPr>
                <p14:cNvContentPartPr/>
                <p14:nvPr/>
              </p14:nvContentPartPr>
              <p14:xfrm>
                <a:off x="4421731" y="3654782"/>
                <a:ext cx="608400" cy="16920"/>
              </p14:xfrm>
            </p:contentPart>
          </mc:Choice>
          <mc:Fallback xmlns="">
            <p:pic>
              <p:nvPicPr>
                <p:cNvPr id="24" name="Ink 23">
                  <a:extLst>
                    <a:ext uri="{FF2B5EF4-FFF2-40B4-BE49-F238E27FC236}">
                      <a16:creationId xmlns:a16="http://schemas.microsoft.com/office/drawing/2014/main" id="{A3277241-B591-4111-906E-92DC6F49E9FF}"/>
                    </a:ext>
                  </a:extLst>
                </p:cNvPr>
                <p:cNvPicPr/>
                <p:nvPr/>
              </p:nvPicPr>
              <p:blipFill>
                <a:blip r:embed="rId32"/>
                <a:stretch>
                  <a:fillRect/>
                </a:stretch>
              </p:blipFill>
              <p:spPr>
                <a:xfrm>
                  <a:off x="4412731" y="3645782"/>
                  <a:ext cx="6260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Ink 24">
                  <a:extLst>
                    <a:ext uri="{FF2B5EF4-FFF2-40B4-BE49-F238E27FC236}">
                      <a16:creationId xmlns:a16="http://schemas.microsoft.com/office/drawing/2014/main" id="{AC774B4E-DBF7-4E68-AEFF-E6E470D06DBC}"/>
                    </a:ext>
                  </a:extLst>
                </p14:cNvPr>
                <p14:cNvContentPartPr/>
                <p14:nvPr/>
              </p14:nvContentPartPr>
              <p14:xfrm>
                <a:off x="5214811" y="3654782"/>
                <a:ext cx="20520" cy="360"/>
              </p14:xfrm>
            </p:contentPart>
          </mc:Choice>
          <mc:Fallback xmlns="">
            <p:pic>
              <p:nvPicPr>
                <p:cNvPr id="25" name="Ink 24">
                  <a:extLst>
                    <a:ext uri="{FF2B5EF4-FFF2-40B4-BE49-F238E27FC236}">
                      <a16:creationId xmlns:a16="http://schemas.microsoft.com/office/drawing/2014/main" id="{AC774B4E-DBF7-4E68-AEFF-E6E470D06DBC}"/>
                    </a:ext>
                  </a:extLst>
                </p:cNvPr>
                <p:cNvPicPr/>
                <p:nvPr/>
              </p:nvPicPr>
              <p:blipFill>
                <a:blip r:embed="rId34"/>
                <a:stretch>
                  <a:fillRect/>
                </a:stretch>
              </p:blipFill>
              <p:spPr>
                <a:xfrm>
                  <a:off x="5205811" y="3645782"/>
                  <a:ext cx="38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Ink 25">
                  <a:extLst>
                    <a:ext uri="{FF2B5EF4-FFF2-40B4-BE49-F238E27FC236}">
                      <a16:creationId xmlns:a16="http://schemas.microsoft.com/office/drawing/2014/main" id="{9251D322-E9B4-43A9-941B-2C46DA6053FE}"/>
                    </a:ext>
                  </a:extLst>
                </p14:cNvPr>
                <p14:cNvContentPartPr/>
                <p14:nvPr/>
              </p14:nvContentPartPr>
              <p14:xfrm>
                <a:off x="4893331" y="3557582"/>
                <a:ext cx="139680" cy="293040"/>
              </p14:xfrm>
            </p:contentPart>
          </mc:Choice>
          <mc:Fallback xmlns="">
            <p:pic>
              <p:nvPicPr>
                <p:cNvPr id="26" name="Ink 25">
                  <a:extLst>
                    <a:ext uri="{FF2B5EF4-FFF2-40B4-BE49-F238E27FC236}">
                      <a16:creationId xmlns:a16="http://schemas.microsoft.com/office/drawing/2014/main" id="{9251D322-E9B4-43A9-941B-2C46DA6053FE}"/>
                    </a:ext>
                  </a:extLst>
                </p:cNvPr>
                <p:cNvPicPr/>
                <p:nvPr/>
              </p:nvPicPr>
              <p:blipFill>
                <a:blip r:embed="rId36"/>
                <a:stretch>
                  <a:fillRect/>
                </a:stretch>
              </p:blipFill>
              <p:spPr>
                <a:xfrm>
                  <a:off x="4884691" y="3548942"/>
                  <a:ext cx="157320" cy="310680"/>
                </a:xfrm>
                <a:prstGeom prst="rect">
                  <a:avLst/>
                </a:prstGeom>
              </p:spPr>
            </p:pic>
          </mc:Fallback>
        </mc:AlternateContent>
      </p:grpSp>
      <p:grpSp>
        <p:nvGrpSpPr>
          <p:cNvPr id="30" name="Group 29">
            <a:extLst>
              <a:ext uri="{FF2B5EF4-FFF2-40B4-BE49-F238E27FC236}">
                <a16:creationId xmlns:a16="http://schemas.microsoft.com/office/drawing/2014/main" id="{AB3F0F00-B8E2-405D-9F03-E03BCC691919}"/>
              </a:ext>
            </a:extLst>
          </p:cNvPr>
          <p:cNvGrpSpPr/>
          <p:nvPr/>
        </p:nvGrpSpPr>
        <p:grpSpPr>
          <a:xfrm>
            <a:off x="4494811" y="5377022"/>
            <a:ext cx="633960" cy="425160"/>
            <a:chOff x="4494811" y="5377022"/>
            <a:chExt cx="633960" cy="425160"/>
          </a:xfrm>
        </p:grpSpPr>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08A1E586-05FC-4EFE-BD53-BE6886976F42}"/>
                    </a:ext>
                  </a:extLst>
                </p14:cNvPr>
                <p14:cNvContentPartPr/>
                <p14:nvPr/>
              </p14:nvContentPartPr>
              <p14:xfrm>
                <a:off x="4494811" y="5503382"/>
                <a:ext cx="628560" cy="64080"/>
              </p14:xfrm>
            </p:contentPart>
          </mc:Choice>
          <mc:Fallback xmlns="">
            <p:pic>
              <p:nvPicPr>
                <p:cNvPr id="28" name="Ink 27">
                  <a:extLst>
                    <a:ext uri="{FF2B5EF4-FFF2-40B4-BE49-F238E27FC236}">
                      <a16:creationId xmlns:a16="http://schemas.microsoft.com/office/drawing/2014/main" id="{08A1E586-05FC-4EFE-BD53-BE6886976F42}"/>
                    </a:ext>
                  </a:extLst>
                </p:cNvPr>
                <p:cNvPicPr/>
                <p:nvPr/>
              </p:nvPicPr>
              <p:blipFill>
                <a:blip r:embed="rId38"/>
                <a:stretch>
                  <a:fillRect/>
                </a:stretch>
              </p:blipFill>
              <p:spPr>
                <a:xfrm>
                  <a:off x="4485811" y="5494742"/>
                  <a:ext cx="6462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EF16DE22-0345-4413-98C0-5211ADC99A15}"/>
                    </a:ext>
                  </a:extLst>
                </p14:cNvPr>
                <p14:cNvContentPartPr/>
                <p14:nvPr/>
              </p14:nvContentPartPr>
              <p14:xfrm>
                <a:off x="4924651" y="5377022"/>
                <a:ext cx="204120" cy="425160"/>
              </p14:xfrm>
            </p:contentPart>
          </mc:Choice>
          <mc:Fallback xmlns="">
            <p:pic>
              <p:nvPicPr>
                <p:cNvPr id="29" name="Ink 28">
                  <a:extLst>
                    <a:ext uri="{FF2B5EF4-FFF2-40B4-BE49-F238E27FC236}">
                      <a16:creationId xmlns:a16="http://schemas.microsoft.com/office/drawing/2014/main" id="{EF16DE22-0345-4413-98C0-5211ADC99A15}"/>
                    </a:ext>
                  </a:extLst>
                </p:cNvPr>
                <p:cNvPicPr/>
                <p:nvPr/>
              </p:nvPicPr>
              <p:blipFill>
                <a:blip r:embed="rId40"/>
                <a:stretch>
                  <a:fillRect/>
                </a:stretch>
              </p:blipFill>
              <p:spPr>
                <a:xfrm>
                  <a:off x="4915651" y="5368022"/>
                  <a:ext cx="221760" cy="442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33" name="Ink 32">
                <a:extLst>
                  <a:ext uri="{FF2B5EF4-FFF2-40B4-BE49-F238E27FC236}">
                    <a16:creationId xmlns:a16="http://schemas.microsoft.com/office/drawing/2014/main" id="{ED7A20E9-232F-43D9-92DB-72A802A0942C}"/>
                  </a:ext>
                </a:extLst>
              </p14:cNvPr>
              <p14:cNvContentPartPr/>
              <p14:nvPr/>
            </p14:nvContentPartPr>
            <p14:xfrm>
              <a:off x="5625211" y="4702382"/>
              <a:ext cx="1103400" cy="1007280"/>
            </p14:xfrm>
          </p:contentPart>
        </mc:Choice>
        <mc:Fallback xmlns="">
          <p:pic>
            <p:nvPicPr>
              <p:cNvPr id="33" name="Ink 32">
                <a:extLst>
                  <a:ext uri="{FF2B5EF4-FFF2-40B4-BE49-F238E27FC236}">
                    <a16:creationId xmlns:a16="http://schemas.microsoft.com/office/drawing/2014/main" id="{ED7A20E9-232F-43D9-92DB-72A802A0942C}"/>
                  </a:ext>
                </a:extLst>
              </p:cNvPr>
              <p:cNvPicPr/>
              <p:nvPr/>
            </p:nvPicPr>
            <p:blipFill>
              <a:blip r:embed="rId42"/>
              <a:stretch>
                <a:fillRect/>
              </a:stretch>
            </p:blipFill>
            <p:spPr>
              <a:xfrm>
                <a:off x="5616571" y="4693382"/>
                <a:ext cx="1121040" cy="1024920"/>
              </a:xfrm>
              <a:prstGeom prst="rect">
                <a:avLst/>
              </a:prstGeom>
            </p:spPr>
          </p:pic>
        </mc:Fallback>
      </mc:AlternateContent>
      <p:grpSp>
        <p:nvGrpSpPr>
          <p:cNvPr id="92" name="Group 91">
            <a:extLst>
              <a:ext uri="{FF2B5EF4-FFF2-40B4-BE49-F238E27FC236}">
                <a16:creationId xmlns:a16="http://schemas.microsoft.com/office/drawing/2014/main" id="{1AF31AC2-F2D2-4F0D-A98F-D3FA6C5A2AEA}"/>
              </a:ext>
            </a:extLst>
          </p:cNvPr>
          <p:cNvGrpSpPr/>
          <p:nvPr/>
        </p:nvGrpSpPr>
        <p:grpSpPr>
          <a:xfrm>
            <a:off x="2059051" y="1413782"/>
            <a:ext cx="523800" cy="759240"/>
            <a:chOff x="2059051" y="1413782"/>
            <a:chExt cx="523800" cy="759240"/>
          </a:xfrm>
        </p:grpSpPr>
        <mc:AlternateContent xmlns:mc="http://schemas.openxmlformats.org/markup-compatibility/2006" xmlns:p14="http://schemas.microsoft.com/office/powerpoint/2010/main">
          <mc:Choice Requires="p14">
            <p:contentPart p14:bwMode="auto" r:id="rId43">
              <p14:nvContentPartPr>
                <p14:cNvPr id="86" name="Ink 85">
                  <a:extLst>
                    <a:ext uri="{FF2B5EF4-FFF2-40B4-BE49-F238E27FC236}">
                      <a16:creationId xmlns:a16="http://schemas.microsoft.com/office/drawing/2014/main" id="{32AE9B3A-A073-4CDA-950E-9F75D3923E56}"/>
                    </a:ext>
                  </a:extLst>
                </p14:cNvPr>
                <p14:cNvContentPartPr/>
                <p14:nvPr/>
              </p14:nvContentPartPr>
              <p14:xfrm>
                <a:off x="2580331" y="1522502"/>
                <a:ext cx="2520" cy="5400"/>
              </p14:xfrm>
            </p:contentPart>
          </mc:Choice>
          <mc:Fallback xmlns="">
            <p:pic>
              <p:nvPicPr>
                <p:cNvPr id="86" name="Ink 85">
                  <a:extLst>
                    <a:ext uri="{FF2B5EF4-FFF2-40B4-BE49-F238E27FC236}">
                      <a16:creationId xmlns:a16="http://schemas.microsoft.com/office/drawing/2014/main" id="{32AE9B3A-A073-4CDA-950E-9F75D3923E56}"/>
                    </a:ext>
                  </a:extLst>
                </p:cNvPr>
                <p:cNvPicPr/>
                <p:nvPr/>
              </p:nvPicPr>
              <p:blipFill>
                <a:blip r:embed="rId44"/>
                <a:stretch>
                  <a:fillRect/>
                </a:stretch>
              </p:blipFill>
              <p:spPr>
                <a:xfrm>
                  <a:off x="2571691" y="1513502"/>
                  <a:ext cx="201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87" name="Ink 86">
                  <a:extLst>
                    <a:ext uri="{FF2B5EF4-FFF2-40B4-BE49-F238E27FC236}">
                      <a16:creationId xmlns:a16="http://schemas.microsoft.com/office/drawing/2014/main" id="{40A1B624-B6EE-4A83-84E0-F757EB16966E}"/>
                    </a:ext>
                  </a:extLst>
                </p14:cNvPr>
                <p14:cNvContentPartPr/>
                <p14:nvPr/>
              </p14:nvContentPartPr>
              <p14:xfrm>
                <a:off x="2396371" y="1413782"/>
                <a:ext cx="24120" cy="2880"/>
              </p14:xfrm>
            </p:contentPart>
          </mc:Choice>
          <mc:Fallback xmlns="">
            <p:pic>
              <p:nvPicPr>
                <p:cNvPr id="87" name="Ink 86">
                  <a:extLst>
                    <a:ext uri="{FF2B5EF4-FFF2-40B4-BE49-F238E27FC236}">
                      <a16:creationId xmlns:a16="http://schemas.microsoft.com/office/drawing/2014/main" id="{40A1B624-B6EE-4A83-84E0-F757EB16966E}"/>
                    </a:ext>
                  </a:extLst>
                </p:cNvPr>
                <p:cNvPicPr/>
                <p:nvPr/>
              </p:nvPicPr>
              <p:blipFill>
                <a:blip r:embed="rId46"/>
                <a:stretch>
                  <a:fillRect/>
                </a:stretch>
              </p:blipFill>
              <p:spPr>
                <a:xfrm>
                  <a:off x="2387371" y="1405142"/>
                  <a:ext cx="417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88" name="Ink 87">
                  <a:extLst>
                    <a:ext uri="{FF2B5EF4-FFF2-40B4-BE49-F238E27FC236}">
                      <a16:creationId xmlns:a16="http://schemas.microsoft.com/office/drawing/2014/main" id="{6649F31C-0EAF-42F5-8853-17CA649691D6}"/>
                    </a:ext>
                  </a:extLst>
                </p14:cNvPr>
                <p14:cNvContentPartPr/>
                <p14:nvPr/>
              </p14:nvContentPartPr>
              <p14:xfrm>
                <a:off x="2059051" y="1519262"/>
                <a:ext cx="482400" cy="653760"/>
              </p14:xfrm>
            </p:contentPart>
          </mc:Choice>
          <mc:Fallback xmlns="">
            <p:pic>
              <p:nvPicPr>
                <p:cNvPr id="88" name="Ink 87">
                  <a:extLst>
                    <a:ext uri="{FF2B5EF4-FFF2-40B4-BE49-F238E27FC236}">
                      <a16:creationId xmlns:a16="http://schemas.microsoft.com/office/drawing/2014/main" id="{6649F31C-0EAF-42F5-8853-17CA649691D6}"/>
                    </a:ext>
                  </a:extLst>
                </p:cNvPr>
                <p:cNvPicPr/>
                <p:nvPr/>
              </p:nvPicPr>
              <p:blipFill>
                <a:blip r:embed="rId48"/>
                <a:stretch>
                  <a:fillRect/>
                </a:stretch>
              </p:blipFill>
              <p:spPr>
                <a:xfrm>
                  <a:off x="2050411" y="1510262"/>
                  <a:ext cx="500040" cy="671400"/>
                </a:xfrm>
                <a:prstGeom prst="rect">
                  <a:avLst/>
                </a:prstGeom>
              </p:spPr>
            </p:pic>
          </mc:Fallback>
        </mc:AlternateContent>
      </p:grpSp>
      <p:grpSp>
        <p:nvGrpSpPr>
          <p:cNvPr id="91" name="Group 90">
            <a:extLst>
              <a:ext uri="{FF2B5EF4-FFF2-40B4-BE49-F238E27FC236}">
                <a16:creationId xmlns:a16="http://schemas.microsoft.com/office/drawing/2014/main" id="{ECC29F46-8779-413A-8F5D-5E5DDF45A2A6}"/>
              </a:ext>
            </a:extLst>
          </p:cNvPr>
          <p:cNvGrpSpPr/>
          <p:nvPr/>
        </p:nvGrpSpPr>
        <p:grpSpPr>
          <a:xfrm>
            <a:off x="1663771" y="3002822"/>
            <a:ext cx="990360" cy="1117440"/>
            <a:chOff x="1663771" y="3002822"/>
            <a:chExt cx="990360" cy="1117440"/>
          </a:xfrm>
        </p:grpSpPr>
        <mc:AlternateContent xmlns:mc="http://schemas.openxmlformats.org/markup-compatibility/2006" xmlns:p14="http://schemas.microsoft.com/office/powerpoint/2010/main">
          <mc:Choice Requires="p14">
            <p:contentPart p14:bwMode="auto" r:id="rId49">
              <p14:nvContentPartPr>
                <p14:cNvPr id="89" name="Ink 88">
                  <a:extLst>
                    <a:ext uri="{FF2B5EF4-FFF2-40B4-BE49-F238E27FC236}">
                      <a16:creationId xmlns:a16="http://schemas.microsoft.com/office/drawing/2014/main" id="{A3CE92F7-43AE-4CEA-98A1-9D7CB66D1CFA}"/>
                    </a:ext>
                  </a:extLst>
                </p14:cNvPr>
                <p14:cNvContentPartPr/>
                <p14:nvPr/>
              </p14:nvContentPartPr>
              <p14:xfrm>
                <a:off x="2139691" y="3229262"/>
                <a:ext cx="248400" cy="891000"/>
              </p14:xfrm>
            </p:contentPart>
          </mc:Choice>
          <mc:Fallback xmlns="">
            <p:pic>
              <p:nvPicPr>
                <p:cNvPr id="89" name="Ink 88">
                  <a:extLst>
                    <a:ext uri="{FF2B5EF4-FFF2-40B4-BE49-F238E27FC236}">
                      <a16:creationId xmlns:a16="http://schemas.microsoft.com/office/drawing/2014/main" id="{A3CE92F7-43AE-4CEA-98A1-9D7CB66D1CFA}"/>
                    </a:ext>
                  </a:extLst>
                </p:cNvPr>
                <p:cNvPicPr/>
                <p:nvPr/>
              </p:nvPicPr>
              <p:blipFill>
                <a:blip r:embed="rId50"/>
                <a:stretch>
                  <a:fillRect/>
                </a:stretch>
              </p:blipFill>
              <p:spPr>
                <a:xfrm>
                  <a:off x="2130691" y="3220622"/>
                  <a:ext cx="266040" cy="908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90" name="Ink 89">
                  <a:extLst>
                    <a:ext uri="{FF2B5EF4-FFF2-40B4-BE49-F238E27FC236}">
                      <a16:creationId xmlns:a16="http://schemas.microsoft.com/office/drawing/2014/main" id="{87CF7643-2A9E-4074-8F63-F98D1D0FE57F}"/>
                    </a:ext>
                  </a:extLst>
                </p14:cNvPr>
                <p14:cNvContentPartPr/>
                <p14:nvPr/>
              </p14:nvContentPartPr>
              <p14:xfrm>
                <a:off x="1663771" y="3002822"/>
                <a:ext cx="990360" cy="425520"/>
              </p14:xfrm>
            </p:contentPart>
          </mc:Choice>
          <mc:Fallback xmlns="">
            <p:pic>
              <p:nvPicPr>
                <p:cNvPr id="90" name="Ink 89">
                  <a:extLst>
                    <a:ext uri="{FF2B5EF4-FFF2-40B4-BE49-F238E27FC236}">
                      <a16:creationId xmlns:a16="http://schemas.microsoft.com/office/drawing/2014/main" id="{87CF7643-2A9E-4074-8F63-F98D1D0FE57F}"/>
                    </a:ext>
                  </a:extLst>
                </p:cNvPr>
                <p:cNvPicPr/>
                <p:nvPr/>
              </p:nvPicPr>
              <p:blipFill>
                <a:blip r:embed="rId52"/>
                <a:stretch>
                  <a:fillRect/>
                </a:stretch>
              </p:blipFill>
              <p:spPr>
                <a:xfrm>
                  <a:off x="1654771" y="2993822"/>
                  <a:ext cx="1008000" cy="443160"/>
                </a:xfrm>
                <a:prstGeom prst="rect">
                  <a:avLst/>
                </a:prstGeom>
              </p:spPr>
            </p:pic>
          </mc:Fallback>
        </mc:AlternateContent>
      </p:grpSp>
      <p:grpSp>
        <p:nvGrpSpPr>
          <p:cNvPr id="97" name="Group 96">
            <a:extLst>
              <a:ext uri="{FF2B5EF4-FFF2-40B4-BE49-F238E27FC236}">
                <a16:creationId xmlns:a16="http://schemas.microsoft.com/office/drawing/2014/main" id="{FF95A95F-947A-4C9E-9D3F-928E90D4FDE7}"/>
              </a:ext>
            </a:extLst>
          </p:cNvPr>
          <p:cNvGrpSpPr/>
          <p:nvPr/>
        </p:nvGrpSpPr>
        <p:grpSpPr>
          <a:xfrm>
            <a:off x="1879411" y="5089742"/>
            <a:ext cx="1005840" cy="1211760"/>
            <a:chOff x="1879411" y="5089742"/>
            <a:chExt cx="1005840" cy="1211760"/>
          </a:xfrm>
        </p:grpSpPr>
        <mc:AlternateContent xmlns:mc="http://schemas.openxmlformats.org/markup-compatibility/2006" xmlns:p14="http://schemas.microsoft.com/office/powerpoint/2010/main">
          <mc:Choice Requires="p14">
            <p:contentPart p14:bwMode="auto" r:id="rId53">
              <p14:nvContentPartPr>
                <p14:cNvPr id="93" name="Ink 92">
                  <a:extLst>
                    <a:ext uri="{FF2B5EF4-FFF2-40B4-BE49-F238E27FC236}">
                      <a16:creationId xmlns:a16="http://schemas.microsoft.com/office/drawing/2014/main" id="{AB9C1DE0-B90B-4980-8F53-51BF7151E2B1}"/>
                    </a:ext>
                  </a:extLst>
                </p14:cNvPr>
                <p14:cNvContentPartPr/>
                <p14:nvPr/>
              </p14:nvContentPartPr>
              <p14:xfrm>
                <a:off x="1879411" y="5231222"/>
                <a:ext cx="247680" cy="908280"/>
              </p14:xfrm>
            </p:contentPart>
          </mc:Choice>
          <mc:Fallback xmlns="">
            <p:pic>
              <p:nvPicPr>
                <p:cNvPr id="93" name="Ink 92">
                  <a:extLst>
                    <a:ext uri="{FF2B5EF4-FFF2-40B4-BE49-F238E27FC236}">
                      <a16:creationId xmlns:a16="http://schemas.microsoft.com/office/drawing/2014/main" id="{AB9C1DE0-B90B-4980-8F53-51BF7151E2B1}"/>
                    </a:ext>
                  </a:extLst>
                </p:cNvPr>
                <p:cNvPicPr/>
                <p:nvPr/>
              </p:nvPicPr>
              <p:blipFill>
                <a:blip r:embed="rId54"/>
                <a:stretch>
                  <a:fillRect/>
                </a:stretch>
              </p:blipFill>
              <p:spPr>
                <a:xfrm>
                  <a:off x="1870771" y="5222582"/>
                  <a:ext cx="265320" cy="925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4" name="Ink 93">
                  <a:extLst>
                    <a:ext uri="{FF2B5EF4-FFF2-40B4-BE49-F238E27FC236}">
                      <a16:creationId xmlns:a16="http://schemas.microsoft.com/office/drawing/2014/main" id="{F614DCC2-5FD2-4621-9C99-2CE3F011130E}"/>
                    </a:ext>
                  </a:extLst>
                </p14:cNvPr>
                <p14:cNvContentPartPr/>
                <p14:nvPr/>
              </p14:nvContentPartPr>
              <p14:xfrm>
                <a:off x="1952491" y="5089742"/>
                <a:ext cx="304560" cy="165960"/>
              </p14:xfrm>
            </p:contentPart>
          </mc:Choice>
          <mc:Fallback xmlns="">
            <p:pic>
              <p:nvPicPr>
                <p:cNvPr id="94" name="Ink 93">
                  <a:extLst>
                    <a:ext uri="{FF2B5EF4-FFF2-40B4-BE49-F238E27FC236}">
                      <a16:creationId xmlns:a16="http://schemas.microsoft.com/office/drawing/2014/main" id="{F614DCC2-5FD2-4621-9C99-2CE3F011130E}"/>
                    </a:ext>
                  </a:extLst>
                </p:cNvPr>
                <p:cNvPicPr/>
                <p:nvPr/>
              </p:nvPicPr>
              <p:blipFill>
                <a:blip r:embed="rId56"/>
                <a:stretch>
                  <a:fillRect/>
                </a:stretch>
              </p:blipFill>
              <p:spPr>
                <a:xfrm>
                  <a:off x="1943851" y="5081102"/>
                  <a:ext cx="3222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95" name="Ink 94">
                  <a:extLst>
                    <a:ext uri="{FF2B5EF4-FFF2-40B4-BE49-F238E27FC236}">
                      <a16:creationId xmlns:a16="http://schemas.microsoft.com/office/drawing/2014/main" id="{D1687F78-783C-440F-B754-4BE58566BB85}"/>
                    </a:ext>
                  </a:extLst>
                </p14:cNvPr>
                <p14:cNvContentPartPr/>
                <p14:nvPr/>
              </p14:nvContentPartPr>
              <p14:xfrm>
                <a:off x="2057971" y="5445422"/>
                <a:ext cx="554400" cy="264240"/>
              </p14:xfrm>
            </p:contentPart>
          </mc:Choice>
          <mc:Fallback xmlns="">
            <p:pic>
              <p:nvPicPr>
                <p:cNvPr id="95" name="Ink 94">
                  <a:extLst>
                    <a:ext uri="{FF2B5EF4-FFF2-40B4-BE49-F238E27FC236}">
                      <a16:creationId xmlns:a16="http://schemas.microsoft.com/office/drawing/2014/main" id="{D1687F78-783C-440F-B754-4BE58566BB85}"/>
                    </a:ext>
                  </a:extLst>
                </p:cNvPr>
                <p:cNvPicPr/>
                <p:nvPr/>
              </p:nvPicPr>
              <p:blipFill>
                <a:blip r:embed="rId58"/>
                <a:stretch>
                  <a:fillRect/>
                </a:stretch>
              </p:blipFill>
              <p:spPr>
                <a:xfrm>
                  <a:off x="2049331" y="5436422"/>
                  <a:ext cx="5720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6" name="Ink 95">
                  <a:extLst>
                    <a:ext uri="{FF2B5EF4-FFF2-40B4-BE49-F238E27FC236}">
                      <a16:creationId xmlns:a16="http://schemas.microsoft.com/office/drawing/2014/main" id="{F4FB4EA0-C705-4618-94FC-9CE30A80BB1B}"/>
                    </a:ext>
                  </a:extLst>
                </p14:cNvPr>
                <p14:cNvContentPartPr/>
                <p14:nvPr/>
              </p14:nvContentPartPr>
              <p14:xfrm>
                <a:off x="2139691" y="5968502"/>
                <a:ext cx="745560" cy="333000"/>
              </p14:xfrm>
            </p:contentPart>
          </mc:Choice>
          <mc:Fallback xmlns="">
            <p:pic>
              <p:nvPicPr>
                <p:cNvPr id="96" name="Ink 95">
                  <a:extLst>
                    <a:ext uri="{FF2B5EF4-FFF2-40B4-BE49-F238E27FC236}">
                      <a16:creationId xmlns:a16="http://schemas.microsoft.com/office/drawing/2014/main" id="{F4FB4EA0-C705-4618-94FC-9CE30A80BB1B}"/>
                    </a:ext>
                  </a:extLst>
                </p:cNvPr>
                <p:cNvPicPr/>
                <p:nvPr/>
              </p:nvPicPr>
              <p:blipFill>
                <a:blip r:embed="rId60"/>
                <a:stretch>
                  <a:fillRect/>
                </a:stretch>
              </p:blipFill>
              <p:spPr>
                <a:xfrm>
                  <a:off x="2130691" y="5959862"/>
                  <a:ext cx="763200" cy="35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
            <p14:nvContentPartPr>
              <p14:cNvPr id="98" name="Ink 97">
                <a:extLst>
                  <a:ext uri="{FF2B5EF4-FFF2-40B4-BE49-F238E27FC236}">
                    <a16:creationId xmlns:a16="http://schemas.microsoft.com/office/drawing/2014/main" id="{558F04FD-65D0-4EDB-978E-083BBA3460CE}"/>
                  </a:ext>
                </a:extLst>
              </p14:cNvPr>
              <p14:cNvContentPartPr/>
              <p14:nvPr/>
            </p14:nvContentPartPr>
            <p14:xfrm>
              <a:off x="5015731" y="1069262"/>
              <a:ext cx="526320" cy="583560"/>
            </p14:xfrm>
          </p:contentPart>
        </mc:Choice>
        <mc:Fallback xmlns="">
          <p:pic>
            <p:nvPicPr>
              <p:cNvPr id="98" name="Ink 97">
                <a:extLst>
                  <a:ext uri="{FF2B5EF4-FFF2-40B4-BE49-F238E27FC236}">
                    <a16:creationId xmlns:a16="http://schemas.microsoft.com/office/drawing/2014/main" id="{558F04FD-65D0-4EDB-978E-083BBA3460CE}"/>
                  </a:ext>
                </a:extLst>
              </p:cNvPr>
              <p:cNvPicPr/>
              <p:nvPr/>
            </p:nvPicPr>
            <p:blipFill>
              <a:blip r:embed="rId62"/>
              <a:stretch>
                <a:fillRect/>
              </a:stretch>
            </p:blipFill>
            <p:spPr>
              <a:xfrm>
                <a:off x="5006731" y="1060622"/>
                <a:ext cx="543960" cy="601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9" name="Ink 98">
                <a:extLst>
                  <a:ext uri="{FF2B5EF4-FFF2-40B4-BE49-F238E27FC236}">
                    <a16:creationId xmlns:a16="http://schemas.microsoft.com/office/drawing/2014/main" id="{1A1046BB-A114-4B04-82E4-650059C6F620}"/>
                  </a:ext>
                </a:extLst>
              </p14:cNvPr>
              <p14:cNvContentPartPr/>
              <p14:nvPr/>
            </p14:nvContentPartPr>
            <p14:xfrm>
              <a:off x="5725651" y="1077902"/>
              <a:ext cx="607680" cy="630000"/>
            </p14:xfrm>
          </p:contentPart>
        </mc:Choice>
        <mc:Fallback xmlns="">
          <p:pic>
            <p:nvPicPr>
              <p:cNvPr id="99" name="Ink 98">
                <a:extLst>
                  <a:ext uri="{FF2B5EF4-FFF2-40B4-BE49-F238E27FC236}">
                    <a16:creationId xmlns:a16="http://schemas.microsoft.com/office/drawing/2014/main" id="{1A1046BB-A114-4B04-82E4-650059C6F620}"/>
                  </a:ext>
                </a:extLst>
              </p:cNvPr>
              <p:cNvPicPr/>
              <p:nvPr/>
            </p:nvPicPr>
            <p:blipFill>
              <a:blip r:embed="rId64"/>
              <a:stretch>
                <a:fillRect/>
              </a:stretch>
            </p:blipFill>
            <p:spPr>
              <a:xfrm>
                <a:off x="5717011" y="1068902"/>
                <a:ext cx="625320" cy="647640"/>
              </a:xfrm>
              <a:prstGeom prst="rect">
                <a:avLst/>
              </a:prstGeom>
            </p:spPr>
          </p:pic>
        </mc:Fallback>
      </mc:AlternateContent>
      <p:grpSp>
        <p:nvGrpSpPr>
          <p:cNvPr id="105" name="Group 104">
            <a:extLst>
              <a:ext uri="{FF2B5EF4-FFF2-40B4-BE49-F238E27FC236}">
                <a16:creationId xmlns:a16="http://schemas.microsoft.com/office/drawing/2014/main" id="{E1A35B4F-B874-4A36-893C-096CEA031A5E}"/>
              </a:ext>
            </a:extLst>
          </p:cNvPr>
          <p:cNvGrpSpPr/>
          <p:nvPr/>
        </p:nvGrpSpPr>
        <p:grpSpPr>
          <a:xfrm>
            <a:off x="6323971" y="535742"/>
            <a:ext cx="1975680" cy="552240"/>
            <a:chOff x="6323971" y="535742"/>
            <a:chExt cx="1975680" cy="552240"/>
          </a:xfrm>
        </p:grpSpPr>
        <mc:AlternateContent xmlns:mc="http://schemas.openxmlformats.org/markup-compatibility/2006" xmlns:p14="http://schemas.microsoft.com/office/powerpoint/2010/main">
          <mc:Choice Requires="p14">
            <p:contentPart p14:bwMode="auto" r:id="rId65">
              <p14:nvContentPartPr>
                <p14:cNvPr id="100" name="Ink 99">
                  <a:extLst>
                    <a:ext uri="{FF2B5EF4-FFF2-40B4-BE49-F238E27FC236}">
                      <a16:creationId xmlns:a16="http://schemas.microsoft.com/office/drawing/2014/main" id="{E3F562ED-24EF-40FD-B77D-930DA54B6205}"/>
                    </a:ext>
                  </a:extLst>
                </p14:cNvPr>
                <p14:cNvContentPartPr/>
                <p14:nvPr/>
              </p14:nvContentPartPr>
              <p14:xfrm>
                <a:off x="6323971" y="535742"/>
                <a:ext cx="578520" cy="552240"/>
              </p14:xfrm>
            </p:contentPart>
          </mc:Choice>
          <mc:Fallback xmlns="">
            <p:pic>
              <p:nvPicPr>
                <p:cNvPr id="100" name="Ink 99">
                  <a:extLst>
                    <a:ext uri="{FF2B5EF4-FFF2-40B4-BE49-F238E27FC236}">
                      <a16:creationId xmlns:a16="http://schemas.microsoft.com/office/drawing/2014/main" id="{E3F562ED-24EF-40FD-B77D-930DA54B6205}"/>
                    </a:ext>
                  </a:extLst>
                </p:cNvPr>
                <p:cNvPicPr/>
                <p:nvPr/>
              </p:nvPicPr>
              <p:blipFill>
                <a:blip r:embed="rId66"/>
                <a:stretch>
                  <a:fillRect/>
                </a:stretch>
              </p:blipFill>
              <p:spPr>
                <a:xfrm>
                  <a:off x="6315331" y="527102"/>
                  <a:ext cx="59616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1" name="Ink 100">
                  <a:extLst>
                    <a:ext uri="{FF2B5EF4-FFF2-40B4-BE49-F238E27FC236}">
                      <a16:creationId xmlns:a16="http://schemas.microsoft.com/office/drawing/2014/main" id="{319177BA-C8C3-4FBD-9CCA-A6FA8E558BCF}"/>
                    </a:ext>
                  </a:extLst>
                </p14:cNvPr>
                <p14:cNvContentPartPr/>
                <p14:nvPr/>
              </p14:nvContentPartPr>
              <p14:xfrm>
                <a:off x="7040731" y="834542"/>
                <a:ext cx="246960" cy="246960"/>
              </p14:xfrm>
            </p:contentPart>
          </mc:Choice>
          <mc:Fallback xmlns="">
            <p:pic>
              <p:nvPicPr>
                <p:cNvPr id="101" name="Ink 100">
                  <a:extLst>
                    <a:ext uri="{FF2B5EF4-FFF2-40B4-BE49-F238E27FC236}">
                      <a16:creationId xmlns:a16="http://schemas.microsoft.com/office/drawing/2014/main" id="{319177BA-C8C3-4FBD-9CCA-A6FA8E558BCF}"/>
                    </a:ext>
                  </a:extLst>
                </p:cNvPr>
                <p:cNvPicPr/>
                <p:nvPr/>
              </p:nvPicPr>
              <p:blipFill>
                <a:blip r:embed="rId68"/>
                <a:stretch>
                  <a:fillRect/>
                </a:stretch>
              </p:blipFill>
              <p:spPr>
                <a:xfrm>
                  <a:off x="7031731" y="825902"/>
                  <a:ext cx="2646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2" name="Ink 101">
                  <a:extLst>
                    <a:ext uri="{FF2B5EF4-FFF2-40B4-BE49-F238E27FC236}">
                      <a16:creationId xmlns:a16="http://schemas.microsoft.com/office/drawing/2014/main" id="{79923850-A924-41D9-AD72-9C4F8CF81DC7}"/>
                    </a:ext>
                  </a:extLst>
                </p14:cNvPr>
                <p14:cNvContentPartPr/>
                <p14:nvPr/>
              </p14:nvContentPartPr>
              <p14:xfrm>
                <a:off x="7447531" y="773702"/>
                <a:ext cx="136440" cy="209160"/>
              </p14:xfrm>
            </p:contentPart>
          </mc:Choice>
          <mc:Fallback xmlns="">
            <p:pic>
              <p:nvPicPr>
                <p:cNvPr id="102" name="Ink 101">
                  <a:extLst>
                    <a:ext uri="{FF2B5EF4-FFF2-40B4-BE49-F238E27FC236}">
                      <a16:creationId xmlns:a16="http://schemas.microsoft.com/office/drawing/2014/main" id="{79923850-A924-41D9-AD72-9C4F8CF81DC7}"/>
                    </a:ext>
                  </a:extLst>
                </p:cNvPr>
                <p:cNvPicPr/>
                <p:nvPr/>
              </p:nvPicPr>
              <p:blipFill>
                <a:blip r:embed="rId70"/>
                <a:stretch>
                  <a:fillRect/>
                </a:stretch>
              </p:blipFill>
              <p:spPr>
                <a:xfrm>
                  <a:off x="7438891" y="765062"/>
                  <a:ext cx="1540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00F9D5B9-C032-4E6A-9730-CA35CBB32AC5}"/>
                    </a:ext>
                  </a:extLst>
                </p14:cNvPr>
                <p14:cNvContentPartPr/>
                <p14:nvPr/>
              </p14:nvContentPartPr>
              <p14:xfrm>
                <a:off x="7723651" y="599822"/>
                <a:ext cx="264960" cy="394920"/>
              </p14:xfrm>
            </p:contentPart>
          </mc:Choice>
          <mc:Fallback xmlns="">
            <p:pic>
              <p:nvPicPr>
                <p:cNvPr id="103" name="Ink 102">
                  <a:extLst>
                    <a:ext uri="{FF2B5EF4-FFF2-40B4-BE49-F238E27FC236}">
                      <a16:creationId xmlns:a16="http://schemas.microsoft.com/office/drawing/2014/main" id="{00F9D5B9-C032-4E6A-9730-CA35CBB32AC5}"/>
                    </a:ext>
                  </a:extLst>
                </p:cNvPr>
                <p:cNvPicPr/>
                <p:nvPr/>
              </p:nvPicPr>
              <p:blipFill>
                <a:blip r:embed="rId72"/>
                <a:stretch>
                  <a:fillRect/>
                </a:stretch>
              </p:blipFill>
              <p:spPr>
                <a:xfrm>
                  <a:off x="7715011" y="590822"/>
                  <a:ext cx="28260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4" name="Ink 103">
                  <a:extLst>
                    <a:ext uri="{FF2B5EF4-FFF2-40B4-BE49-F238E27FC236}">
                      <a16:creationId xmlns:a16="http://schemas.microsoft.com/office/drawing/2014/main" id="{EF668510-4DBA-4D52-A99C-C995DC256277}"/>
                    </a:ext>
                  </a:extLst>
                </p14:cNvPr>
                <p14:cNvContentPartPr/>
                <p14:nvPr/>
              </p14:nvContentPartPr>
              <p14:xfrm>
                <a:off x="8110651" y="620342"/>
                <a:ext cx="189000" cy="376200"/>
              </p14:xfrm>
            </p:contentPart>
          </mc:Choice>
          <mc:Fallback xmlns="">
            <p:pic>
              <p:nvPicPr>
                <p:cNvPr id="104" name="Ink 103">
                  <a:extLst>
                    <a:ext uri="{FF2B5EF4-FFF2-40B4-BE49-F238E27FC236}">
                      <a16:creationId xmlns:a16="http://schemas.microsoft.com/office/drawing/2014/main" id="{EF668510-4DBA-4D52-A99C-C995DC256277}"/>
                    </a:ext>
                  </a:extLst>
                </p:cNvPr>
                <p:cNvPicPr/>
                <p:nvPr/>
              </p:nvPicPr>
              <p:blipFill>
                <a:blip r:embed="rId74"/>
                <a:stretch>
                  <a:fillRect/>
                </a:stretch>
              </p:blipFill>
              <p:spPr>
                <a:xfrm>
                  <a:off x="8101651" y="611342"/>
                  <a:ext cx="206640" cy="393840"/>
                </a:xfrm>
                <a:prstGeom prst="rect">
                  <a:avLst/>
                </a:prstGeom>
              </p:spPr>
            </p:pic>
          </mc:Fallback>
        </mc:AlternateContent>
      </p:grpSp>
      <p:grpSp>
        <p:nvGrpSpPr>
          <p:cNvPr id="134" name="Group 133">
            <a:extLst>
              <a:ext uri="{FF2B5EF4-FFF2-40B4-BE49-F238E27FC236}">
                <a16:creationId xmlns:a16="http://schemas.microsoft.com/office/drawing/2014/main" id="{07D19712-B3EF-49DE-8290-9DB88E29864C}"/>
              </a:ext>
            </a:extLst>
          </p:cNvPr>
          <p:cNvGrpSpPr/>
          <p:nvPr/>
        </p:nvGrpSpPr>
        <p:grpSpPr>
          <a:xfrm>
            <a:off x="5791891" y="1860182"/>
            <a:ext cx="2692080" cy="1861560"/>
            <a:chOff x="5791891" y="1860182"/>
            <a:chExt cx="2692080" cy="1861560"/>
          </a:xfrm>
        </p:grpSpPr>
        <mc:AlternateContent xmlns:mc="http://schemas.openxmlformats.org/markup-compatibility/2006" xmlns:p14="http://schemas.microsoft.com/office/powerpoint/2010/main">
          <mc:Choice Requires="p14">
            <p:contentPart p14:bwMode="auto" r:id="rId75">
              <p14:nvContentPartPr>
                <p14:cNvPr id="31" name="Ink 30">
                  <a:extLst>
                    <a:ext uri="{FF2B5EF4-FFF2-40B4-BE49-F238E27FC236}">
                      <a16:creationId xmlns:a16="http://schemas.microsoft.com/office/drawing/2014/main" id="{4887C346-22D0-449D-BFCA-06A0A9B35DD9}"/>
                    </a:ext>
                  </a:extLst>
                </p14:cNvPr>
                <p14:cNvContentPartPr/>
                <p14:nvPr/>
              </p14:nvContentPartPr>
              <p14:xfrm>
                <a:off x="5877571" y="1860182"/>
                <a:ext cx="822240" cy="852120"/>
              </p14:xfrm>
            </p:contentPart>
          </mc:Choice>
          <mc:Fallback xmlns="">
            <p:pic>
              <p:nvPicPr>
                <p:cNvPr id="31" name="Ink 30">
                  <a:extLst>
                    <a:ext uri="{FF2B5EF4-FFF2-40B4-BE49-F238E27FC236}">
                      <a16:creationId xmlns:a16="http://schemas.microsoft.com/office/drawing/2014/main" id="{4887C346-22D0-449D-BFCA-06A0A9B35DD9}"/>
                    </a:ext>
                  </a:extLst>
                </p:cNvPr>
                <p:cNvPicPr/>
                <p:nvPr/>
              </p:nvPicPr>
              <p:blipFill>
                <a:blip r:embed="rId76"/>
                <a:stretch>
                  <a:fillRect/>
                </a:stretch>
              </p:blipFill>
              <p:spPr>
                <a:xfrm>
                  <a:off x="5868931" y="1851182"/>
                  <a:ext cx="83988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2" name="Ink 31">
                  <a:extLst>
                    <a:ext uri="{FF2B5EF4-FFF2-40B4-BE49-F238E27FC236}">
                      <a16:creationId xmlns:a16="http://schemas.microsoft.com/office/drawing/2014/main" id="{84BA1326-F239-47AD-8184-57DAA1A59965}"/>
                    </a:ext>
                  </a:extLst>
                </p14:cNvPr>
                <p14:cNvContentPartPr/>
                <p14:nvPr/>
              </p14:nvContentPartPr>
              <p14:xfrm>
                <a:off x="5791891" y="3654782"/>
                <a:ext cx="952560" cy="66960"/>
              </p14:xfrm>
            </p:contentPart>
          </mc:Choice>
          <mc:Fallback xmlns="">
            <p:pic>
              <p:nvPicPr>
                <p:cNvPr id="32" name="Ink 31">
                  <a:extLst>
                    <a:ext uri="{FF2B5EF4-FFF2-40B4-BE49-F238E27FC236}">
                      <a16:creationId xmlns:a16="http://schemas.microsoft.com/office/drawing/2014/main" id="{84BA1326-F239-47AD-8184-57DAA1A59965}"/>
                    </a:ext>
                  </a:extLst>
                </p:cNvPr>
                <p:cNvPicPr/>
                <p:nvPr/>
              </p:nvPicPr>
              <p:blipFill>
                <a:blip r:embed="rId78"/>
                <a:stretch>
                  <a:fillRect/>
                </a:stretch>
              </p:blipFill>
              <p:spPr>
                <a:xfrm>
                  <a:off x="5783251" y="3645782"/>
                  <a:ext cx="97020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33" name="Ink 132">
                  <a:extLst>
                    <a:ext uri="{FF2B5EF4-FFF2-40B4-BE49-F238E27FC236}">
                      <a16:creationId xmlns:a16="http://schemas.microsoft.com/office/drawing/2014/main" id="{FCB64DE4-2871-4544-8E86-24540E76BC37}"/>
                    </a:ext>
                  </a:extLst>
                </p14:cNvPr>
                <p14:cNvContentPartPr/>
                <p14:nvPr/>
              </p14:nvContentPartPr>
              <p14:xfrm>
                <a:off x="6791971" y="1916702"/>
                <a:ext cx="1692000" cy="1700640"/>
              </p14:xfrm>
            </p:contentPart>
          </mc:Choice>
          <mc:Fallback xmlns="">
            <p:pic>
              <p:nvPicPr>
                <p:cNvPr id="133" name="Ink 132">
                  <a:extLst>
                    <a:ext uri="{FF2B5EF4-FFF2-40B4-BE49-F238E27FC236}">
                      <a16:creationId xmlns:a16="http://schemas.microsoft.com/office/drawing/2014/main" id="{FCB64DE4-2871-4544-8E86-24540E76BC37}"/>
                    </a:ext>
                  </a:extLst>
                </p:cNvPr>
                <p:cNvPicPr/>
                <p:nvPr/>
              </p:nvPicPr>
              <p:blipFill>
                <a:blip r:embed="rId80"/>
                <a:stretch>
                  <a:fillRect/>
                </a:stretch>
              </p:blipFill>
              <p:spPr>
                <a:xfrm>
                  <a:off x="6782971" y="1908062"/>
                  <a:ext cx="1709640" cy="1718280"/>
                </a:xfrm>
                <a:prstGeom prst="rect">
                  <a:avLst/>
                </a:prstGeom>
              </p:spPr>
            </p:pic>
          </mc:Fallback>
        </mc:AlternateContent>
      </p:grpSp>
      <p:grpSp>
        <p:nvGrpSpPr>
          <p:cNvPr id="139" name="Group 138">
            <a:extLst>
              <a:ext uri="{FF2B5EF4-FFF2-40B4-BE49-F238E27FC236}">
                <a16:creationId xmlns:a16="http://schemas.microsoft.com/office/drawing/2014/main" id="{04340CAF-D540-40E4-978E-6F07B1E601A6}"/>
              </a:ext>
            </a:extLst>
          </p:cNvPr>
          <p:cNvGrpSpPr/>
          <p:nvPr/>
        </p:nvGrpSpPr>
        <p:grpSpPr>
          <a:xfrm>
            <a:off x="6902851" y="2386502"/>
            <a:ext cx="1167840" cy="1231560"/>
            <a:chOff x="6902851" y="2386502"/>
            <a:chExt cx="1167840" cy="1231560"/>
          </a:xfrm>
        </p:grpSpPr>
        <mc:AlternateContent xmlns:mc="http://schemas.openxmlformats.org/markup-compatibility/2006" xmlns:p14="http://schemas.microsoft.com/office/powerpoint/2010/main">
          <mc:Choice Requires="p14">
            <p:contentPart p14:bwMode="auto" r:id="rId81">
              <p14:nvContentPartPr>
                <p14:cNvPr id="135" name="Ink 134">
                  <a:extLst>
                    <a:ext uri="{FF2B5EF4-FFF2-40B4-BE49-F238E27FC236}">
                      <a16:creationId xmlns:a16="http://schemas.microsoft.com/office/drawing/2014/main" id="{A5E3F027-2B1F-4D51-B189-898BED4DE0B3}"/>
                    </a:ext>
                  </a:extLst>
                </p14:cNvPr>
                <p14:cNvContentPartPr/>
                <p14:nvPr/>
              </p14:nvContentPartPr>
              <p14:xfrm>
                <a:off x="6902851" y="2608982"/>
                <a:ext cx="1121400" cy="51120"/>
              </p14:xfrm>
            </p:contentPart>
          </mc:Choice>
          <mc:Fallback xmlns="">
            <p:pic>
              <p:nvPicPr>
                <p:cNvPr id="135" name="Ink 134">
                  <a:extLst>
                    <a:ext uri="{FF2B5EF4-FFF2-40B4-BE49-F238E27FC236}">
                      <a16:creationId xmlns:a16="http://schemas.microsoft.com/office/drawing/2014/main" id="{A5E3F027-2B1F-4D51-B189-898BED4DE0B3}"/>
                    </a:ext>
                  </a:extLst>
                </p:cNvPr>
                <p:cNvPicPr/>
                <p:nvPr/>
              </p:nvPicPr>
              <p:blipFill>
                <a:blip r:embed="rId82"/>
                <a:stretch>
                  <a:fillRect/>
                </a:stretch>
              </p:blipFill>
              <p:spPr>
                <a:xfrm>
                  <a:off x="6893851" y="2600342"/>
                  <a:ext cx="11390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36" name="Ink 135">
                  <a:extLst>
                    <a:ext uri="{FF2B5EF4-FFF2-40B4-BE49-F238E27FC236}">
                      <a16:creationId xmlns:a16="http://schemas.microsoft.com/office/drawing/2014/main" id="{27F9BF82-8C1A-4A0B-B85C-5CF3730E1A03}"/>
                    </a:ext>
                  </a:extLst>
                </p14:cNvPr>
                <p14:cNvContentPartPr/>
                <p14:nvPr/>
              </p14:nvContentPartPr>
              <p14:xfrm>
                <a:off x="7040731" y="3002462"/>
                <a:ext cx="892800" cy="50760"/>
              </p14:xfrm>
            </p:contentPart>
          </mc:Choice>
          <mc:Fallback xmlns="">
            <p:pic>
              <p:nvPicPr>
                <p:cNvPr id="136" name="Ink 135">
                  <a:extLst>
                    <a:ext uri="{FF2B5EF4-FFF2-40B4-BE49-F238E27FC236}">
                      <a16:creationId xmlns:a16="http://schemas.microsoft.com/office/drawing/2014/main" id="{27F9BF82-8C1A-4A0B-B85C-5CF3730E1A03}"/>
                    </a:ext>
                  </a:extLst>
                </p:cNvPr>
                <p:cNvPicPr/>
                <p:nvPr/>
              </p:nvPicPr>
              <p:blipFill>
                <a:blip r:embed="rId84"/>
                <a:stretch>
                  <a:fillRect/>
                </a:stretch>
              </p:blipFill>
              <p:spPr>
                <a:xfrm>
                  <a:off x="7031731" y="2993462"/>
                  <a:ext cx="9104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37" name="Ink 136">
                  <a:extLst>
                    <a:ext uri="{FF2B5EF4-FFF2-40B4-BE49-F238E27FC236}">
                      <a16:creationId xmlns:a16="http://schemas.microsoft.com/office/drawing/2014/main" id="{6B7F9F45-C6F3-4E61-B0CA-E226A333A957}"/>
                    </a:ext>
                  </a:extLst>
                </p14:cNvPr>
                <p14:cNvContentPartPr/>
                <p14:nvPr/>
              </p14:nvContentPartPr>
              <p14:xfrm>
                <a:off x="8061691" y="2386502"/>
                <a:ext cx="9000" cy="1132920"/>
              </p14:xfrm>
            </p:contentPart>
          </mc:Choice>
          <mc:Fallback xmlns="">
            <p:pic>
              <p:nvPicPr>
                <p:cNvPr id="137" name="Ink 136">
                  <a:extLst>
                    <a:ext uri="{FF2B5EF4-FFF2-40B4-BE49-F238E27FC236}">
                      <a16:creationId xmlns:a16="http://schemas.microsoft.com/office/drawing/2014/main" id="{6B7F9F45-C6F3-4E61-B0CA-E226A333A957}"/>
                    </a:ext>
                  </a:extLst>
                </p:cNvPr>
                <p:cNvPicPr/>
                <p:nvPr/>
              </p:nvPicPr>
              <p:blipFill>
                <a:blip r:embed="rId86"/>
                <a:stretch>
                  <a:fillRect/>
                </a:stretch>
              </p:blipFill>
              <p:spPr>
                <a:xfrm>
                  <a:off x="8052691" y="2377862"/>
                  <a:ext cx="26640" cy="11505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38" name="Ink 137">
                  <a:extLst>
                    <a:ext uri="{FF2B5EF4-FFF2-40B4-BE49-F238E27FC236}">
                      <a16:creationId xmlns:a16="http://schemas.microsoft.com/office/drawing/2014/main" id="{AFB74BE0-1EC4-42D0-9A65-C174FA12E44F}"/>
                    </a:ext>
                  </a:extLst>
                </p14:cNvPr>
                <p14:cNvContentPartPr/>
                <p14:nvPr/>
              </p14:nvContentPartPr>
              <p14:xfrm>
                <a:off x="6947851" y="2467502"/>
                <a:ext cx="44640" cy="1150560"/>
              </p14:xfrm>
            </p:contentPart>
          </mc:Choice>
          <mc:Fallback xmlns="">
            <p:pic>
              <p:nvPicPr>
                <p:cNvPr id="138" name="Ink 137">
                  <a:extLst>
                    <a:ext uri="{FF2B5EF4-FFF2-40B4-BE49-F238E27FC236}">
                      <a16:creationId xmlns:a16="http://schemas.microsoft.com/office/drawing/2014/main" id="{AFB74BE0-1EC4-42D0-9A65-C174FA12E44F}"/>
                    </a:ext>
                  </a:extLst>
                </p:cNvPr>
                <p:cNvPicPr/>
                <p:nvPr/>
              </p:nvPicPr>
              <p:blipFill>
                <a:blip r:embed="rId88"/>
                <a:stretch>
                  <a:fillRect/>
                </a:stretch>
              </p:blipFill>
              <p:spPr>
                <a:xfrm>
                  <a:off x="6938851" y="2458502"/>
                  <a:ext cx="62280" cy="1168200"/>
                </a:xfrm>
                <a:prstGeom prst="rect">
                  <a:avLst/>
                </a:prstGeom>
              </p:spPr>
            </p:pic>
          </mc:Fallback>
        </mc:AlternateContent>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590800" y="762000"/>
            <a:ext cx="6248400" cy="5334000"/>
          </a:xfrm>
        </p:spPr>
        <p:txBody>
          <a:bodyPr>
            <a:normAutofit/>
          </a:bodyPr>
          <a:lstStyle/>
          <a:p>
            <a:pPr marL="463550" indent="-463550"/>
            <a:r>
              <a:rPr lang="en-US" sz="3200" b="1" dirty="0"/>
              <a:t>Database Design</a:t>
            </a:r>
          </a:p>
          <a:p>
            <a:pPr marL="463550" indent="-463550"/>
            <a:endParaRPr lang="en-US" sz="3200" b="1" dirty="0"/>
          </a:p>
          <a:p>
            <a:pPr marL="804863" lvl="1" indent="-341313" algn="just">
              <a:lnSpc>
                <a:spcPct val="120000"/>
              </a:lnSpc>
            </a:pPr>
            <a:r>
              <a:rPr lang="en-US" sz="2800" dirty="0"/>
              <a:t>The process of creating a design that will support the enterprise’s design mission objectives for the required database system.</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590800" y="762000"/>
            <a:ext cx="6172200" cy="5334000"/>
          </a:xfrm>
        </p:spPr>
        <p:txBody>
          <a:bodyPr>
            <a:normAutofit/>
          </a:bodyPr>
          <a:lstStyle/>
          <a:p>
            <a:pPr marL="463550" indent="-463550"/>
            <a:r>
              <a:rPr lang="en-US" sz="3200" b="1" dirty="0"/>
              <a:t>Database Design</a:t>
            </a:r>
          </a:p>
          <a:p>
            <a:pPr marL="463550" indent="-463550"/>
            <a:endParaRPr lang="en-US" sz="3200" b="1" dirty="0"/>
          </a:p>
          <a:p>
            <a:pPr marL="804863" lvl="1" indent="-341313" algn="just">
              <a:lnSpc>
                <a:spcPct val="120000"/>
              </a:lnSpc>
            </a:pPr>
            <a:r>
              <a:rPr lang="en-US" sz="2800" dirty="0"/>
              <a:t>Main Approaches </a:t>
            </a:r>
          </a:p>
          <a:p>
            <a:pPr marL="1262063" lvl="2" indent="-341313" algn="just">
              <a:lnSpc>
                <a:spcPct val="120000"/>
              </a:lnSpc>
            </a:pPr>
            <a:r>
              <a:rPr lang="en-US" sz="2400" dirty="0"/>
              <a:t>Bottom-up Approaches</a:t>
            </a:r>
          </a:p>
          <a:p>
            <a:pPr marL="1262063" lvl="2" indent="-341313" algn="just">
              <a:lnSpc>
                <a:spcPct val="120000"/>
              </a:lnSpc>
            </a:pPr>
            <a:r>
              <a:rPr lang="en-US" sz="2400" dirty="0"/>
              <a:t>top-down Approaches</a:t>
            </a:r>
          </a:p>
          <a:p>
            <a:pPr marL="1262063" lvl="2" indent="-341313" algn="just">
              <a:lnSpc>
                <a:spcPct val="120000"/>
              </a:lnSpc>
            </a:pPr>
            <a:r>
              <a:rPr lang="en-US" sz="2400" dirty="0"/>
              <a:t>Inside-out</a:t>
            </a:r>
          </a:p>
          <a:p>
            <a:pPr marL="1262063" lvl="2" indent="-341313" algn="just">
              <a:lnSpc>
                <a:spcPct val="120000"/>
              </a:lnSpc>
            </a:pPr>
            <a:r>
              <a:rPr lang="en-US" sz="2400" dirty="0"/>
              <a:t>Mixed</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667000" y="762000"/>
            <a:ext cx="6096000" cy="5334000"/>
          </a:xfrm>
        </p:spPr>
        <p:txBody>
          <a:bodyPr>
            <a:normAutofit/>
          </a:bodyPr>
          <a:lstStyle/>
          <a:p>
            <a:pPr marL="463550" indent="-463550"/>
            <a:r>
              <a:rPr lang="en-US" sz="3200" b="1" dirty="0"/>
              <a:t>Database Design</a:t>
            </a:r>
          </a:p>
          <a:p>
            <a:pPr marL="463550" indent="-463550"/>
            <a:r>
              <a:rPr lang="en-US" sz="2800" dirty="0"/>
              <a:t>Main purposes of data modeling include:</a:t>
            </a:r>
          </a:p>
          <a:p>
            <a:pPr marL="914400" lvl="1" indent="-450850"/>
            <a:r>
              <a:rPr lang="en-US" sz="2800" dirty="0"/>
              <a:t>to assist in understanding the meaning (semantics) of the data;</a:t>
            </a:r>
          </a:p>
          <a:p>
            <a:pPr marL="914400" lvl="1" indent="-463550"/>
            <a:r>
              <a:rPr lang="en-US" sz="2800" dirty="0"/>
              <a:t>to facilitate communication about the information requirements. 	</a:t>
            </a:r>
          </a:p>
          <a:p>
            <a:pPr marL="463550" lvl="1" indent="-463550">
              <a:lnSpc>
                <a:spcPct val="30000"/>
              </a:lnSpc>
            </a:pPr>
            <a:endParaRPr lang="en-US" sz="2800" dirty="0"/>
          </a:p>
          <a:p>
            <a:pPr marL="463550" indent="-463550"/>
            <a:r>
              <a:rPr lang="en-US" sz="2800" dirty="0"/>
              <a:t>Building data model requires answering questions about entities, relationships, and attributes. </a:t>
            </a:r>
          </a:p>
        </p:txBody>
      </p:sp>
      <p:sp>
        <p:nvSpPr>
          <p:cNvPr id="4" name="Slide Number Placeholder 3"/>
          <p:cNvSpPr>
            <a:spLocks noGrp="1"/>
          </p:cNvSpPr>
          <p:nvPr>
            <p:ph type="sldNum" sz="quarter" idx="12"/>
          </p:nvPr>
        </p:nvSpPr>
        <p:spPr/>
        <p:txBody>
          <a:bodyPr/>
          <a:lstStyle/>
          <a:p>
            <a:fld id="{4FCBA6A4-4AC1-4AE5-BF17-AC49EE4BA738}" type="slidenum">
              <a:rPr lang="en-US" smtClean="0"/>
              <a:pPr/>
              <a:t>16</a:t>
            </a:fld>
            <a:endParaRPr lang="en-US" dirty="0"/>
          </a:p>
        </p:txBody>
      </p:sp>
      <p:grpSp>
        <p:nvGrpSpPr>
          <p:cNvPr id="19" name="Group 18">
            <a:extLst>
              <a:ext uri="{FF2B5EF4-FFF2-40B4-BE49-F238E27FC236}">
                <a16:creationId xmlns:a16="http://schemas.microsoft.com/office/drawing/2014/main" id="{7601514E-12ED-4B83-9909-1ACE5FE0C809}"/>
              </a:ext>
            </a:extLst>
          </p:cNvPr>
          <p:cNvGrpSpPr/>
          <p:nvPr/>
        </p:nvGrpSpPr>
        <p:grpSpPr>
          <a:xfrm>
            <a:off x="3729811" y="1892222"/>
            <a:ext cx="7394760" cy="2405520"/>
            <a:chOff x="3729811" y="1892222"/>
            <a:chExt cx="7394760" cy="240552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290C549-4F55-4DC9-9A0F-1F76D653A91F}"/>
                    </a:ext>
                  </a:extLst>
                </p14:cNvPr>
                <p14:cNvContentPartPr/>
                <p14:nvPr/>
              </p14:nvContentPartPr>
              <p14:xfrm>
                <a:off x="9318451" y="1908422"/>
                <a:ext cx="590040" cy="1958760"/>
              </p14:xfrm>
            </p:contentPart>
          </mc:Choice>
          <mc:Fallback xmlns="">
            <p:pic>
              <p:nvPicPr>
                <p:cNvPr id="5" name="Ink 4">
                  <a:extLst>
                    <a:ext uri="{FF2B5EF4-FFF2-40B4-BE49-F238E27FC236}">
                      <a16:creationId xmlns:a16="http://schemas.microsoft.com/office/drawing/2014/main" id="{C290C549-4F55-4DC9-9A0F-1F76D653A91F}"/>
                    </a:ext>
                  </a:extLst>
                </p:cNvPr>
                <p:cNvPicPr/>
                <p:nvPr/>
              </p:nvPicPr>
              <p:blipFill>
                <a:blip r:embed="rId3"/>
                <a:stretch>
                  <a:fillRect/>
                </a:stretch>
              </p:blipFill>
              <p:spPr>
                <a:xfrm>
                  <a:off x="9309811" y="1899782"/>
                  <a:ext cx="607680" cy="1976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DD76E733-104C-4364-B1AF-54CB227D9164}"/>
                    </a:ext>
                  </a:extLst>
                </p14:cNvPr>
                <p14:cNvContentPartPr/>
                <p14:nvPr/>
              </p14:nvContentPartPr>
              <p14:xfrm>
                <a:off x="10648651" y="1892222"/>
                <a:ext cx="475920" cy="2068560"/>
              </p14:xfrm>
            </p:contentPart>
          </mc:Choice>
          <mc:Fallback xmlns="">
            <p:pic>
              <p:nvPicPr>
                <p:cNvPr id="6" name="Ink 5">
                  <a:extLst>
                    <a:ext uri="{FF2B5EF4-FFF2-40B4-BE49-F238E27FC236}">
                      <a16:creationId xmlns:a16="http://schemas.microsoft.com/office/drawing/2014/main" id="{DD76E733-104C-4364-B1AF-54CB227D9164}"/>
                    </a:ext>
                  </a:extLst>
                </p:cNvPr>
                <p:cNvPicPr/>
                <p:nvPr/>
              </p:nvPicPr>
              <p:blipFill>
                <a:blip r:embed="rId5"/>
                <a:stretch>
                  <a:fillRect/>
                </a:stretch>
              </p:blipFill>
              <p:spPr>
                <a:xfrm>
                  <a:off x="10639651" y="1883582"/>
                  <a:ext cx="493560" cy="2086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8042E7AD-A578-4C2E-8E07-B0F40B06644D}"/>
                    </a:ext>
                  </a:extLst>
                </p14:cNvPr>
                <p14:cNvContentPartPr/>
                <p14:nvPr/>
              </p14:nvContentPartPr>
              <p14:xfrm>
                <a:off x="9274171" y="3979142"/>
                <a:ext cx="31320" cy="5760"/>
              </p14:xfrm>
            </p:contentPart>
          </mc:Choice>
          <mc:Fallback xmlns="">
            <p:pic>
              <p:nvPicPr>
                <p:cNvPr id="7" name="Ink 6">
                  <a:extLst>
                    <a:ext uri="{FF2B5EF4-FFF2-40B4-BE49-F238E27FC236}">
                      <a16:creationId xmlns:a16="http://schemas.microsoft.com/office/drawing/2014/main" id="{8042E7AD-A578-4C2E-8E07-B0F40B06644D}"/>
                    </a:ext>
                  </a:extLst>
                </p:cNvPr>
                <p:cNvPicPr/>
                <p:nvPr/>
              </p:nvPicPr>
              <p:blipFill>
                <a:blip r:embed="rId7"/>
                <a:stretch>
                  <a:fillRect/>
                </a:stretch>
              </p:blipFill>
              <p:spPr>
                <a:xfrm>
                  <a:off x="9265171" y="3970502"/>
                  <a:ext cx="489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B22BAF9-0D24-4F2A-A0D8-F857D29D93F7}"/>
                    </a:ext>
                  </a:extLst>
                </p14:cNvPr>
                <p14:cNvContentPartPr/>
                <p14:nvPr/>
              </p14:nvContentPartPr>
              <p14:xfrm>
                <a:off x="9863851" y="3975182"/>
                <a:ext cx="953280" cy="86760"/>
              </p14:xfrm>
            </p:contentPart>
          </mc:Choice>
          <mc:Fallback xmlns="">
            <p:pic>
              <p:nvPicPr>
                <p:cNvPr id="8" name="Ink 7">
                  <a:extLst>
                    <a:ext uri="{FF2B5EF4-FFF2-40B4-BE49-F238E27FC236}">
                      <a16:creationId xmlns:a16="http://schemas.microsoft.com/office/drawing/2014/main" id="{0B22BAF9-0D24-4F2A-A0D8-F857D29D93F7}"/>
                    </a:ext>
                  </a:extLst>
                </p:cNvPr>
                <p:cNvPicPr/>
                <p:nvPr/>
              </p:nvPicPr>
              <p:blipFill>
                <a:blip r:embed="rId9"/>
                <a:stretch>
                  <a:fillRect/>
                </a:stretch>
              </p:blipFill>
              <p:spPr>
                <a:xfrm>
                  <a:off x="9855211" y="3966182"/>
                  <a:ext cx="9709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4A78E5D7-BCB4-448D-AF57-7CFA51E3BBD5}"/>
                    </a:ext>
                  </a:extLst>
                </p14:cNvPr>
                <p14:cNvContentPartPr/>
                <p14:nvPr/>
              </p14:nvContentPartPr>
              <p14:xfrm>
                <a:off x="9875731" y="2007062"/>
                <a:ext cx="798840" cy="75600"/>
              </p14:xfrm>
            </p:contentPart>
          </mc:Choice>
          <mc:Fallback xmlns="">
            <p:pic>
              <p:nvPicPr>
                <p:cNvPr id="10" name="Ink 9">
                  <a:extLst>
                    <a:ext uri="{FF2B5EF4-FFF2-40B4-BE49-F238E27FC236}">
                      <a16:creationId xmlns:a16="http://schemas.microsoft.com/office/drawing/2014/main" id="{4A78E5D7-BCB4-448D-AF57-7CFA51E3BBD5}"/>
                    </a:ext>
                  </a:extLst>
                </p:cNvPr>
                <p:cNvPicPr/>
                <p:nvPr/>
              </p:nvPicPr>
              <p:blipFill>
                <a:blip r:embed="rId11"/>
                <a:stretch>
                  <a:fillRect/>
                </a:stretch>
              </p:blipFill>
              <p:spPr>
                <a:xfrm>
                  <a:off x="9867091" y="1998422"/>
                  <a:ext cx="8164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AA9A0866-8D32-4D5B-A405-D9D85ED0A1D7}"/>
                    </a:ext>
                  </a:extLst>
                </p14:cNvPr>
                <p14:cNvContentPartPr/>
                <p14:nvPr/>
              </p14:nvContentPartPr>
              <p14:xfrm>
                <a:off x="10145731" y="2407022"/>
                <a:ext cx="137520" cy="1287360"/>
              </p14:xfrm>
            </p:contentPart>
          </mc:Choice>
          <mc:Fallback xmlns="">
            <p:pic>
              <p:nvPicPr>
                <p:cNvPr id="11" name="Ink 10">
                  <a:extLst>
                    <a:ext uri="{FF2B5EF4-FFF2-40B4-BE49-F238E27FC236}">
                      <a16:creationId xmlns:a16="http://schemas.microsoft.com/office/drawing/2014/main" id="{AA9A0866-8D32-4D5B-A405-D9D85ED0A1D7}"/>
                    </a:ext>
                  </a:extLst>
                </p:cNvPr>
                <p:cNvPicPr/>
                <p:nvPr/>
              </p:nvPicPr>
              <p:blipFill>
                <a:blip r:embed="rId13"/>
                <a:stretch>
                  <a:fillRect/>
                </a:stretch>
              </p:blipFill>
              <p:spPr>
                <a:xfrm>
                  <a:off x="10137091" y="2398022"/>
                  <a:ext cx="155160" cy="1305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66D86CB4-625B-4E97-9879-775744896080}"/>
                    </a:ext>
                  </a:extLst>
                </p14:cNvPr>
                <p14:cNvContentPartPr/>
                <p14:nvPr/>
              </p14:nvContentPartPr>
              <p14:xfrm>
                <a:off x="10286131" y="3865382"/>
                <a:ext cx="16920" cy="27720"/>
              </p14:xfrm>
            </p:contentPart>
          </mc:Choice>
          <mc:Fallback xmlns="">
            <p:pic>
              <p:nvPicPr>
                <p:cNvPr id="12" name="Ink 11">
                  <a:extLst>
                    <a:ext uri="{FF2B5EF4-FFF2-40B4-BE49-F238E27FC236}">
                      <a16:creationId xmlns:a16="http://schemas.microsoft.com/office/drawing/2014/main" id="{66D86CB4-625B-4E97-9879-775744896080}"/>
                    </a:ext>
                  </a:extLst>
                </p:cNvPr>
                <p:cNvPicPr/>
                <p:nvPr/>
              </p:nvPicPr>
              <p:blipFill>
                <a:blip r:embed="rId15"/>
                <a:stretch>
                  <a:fillRect/>
                </a:stretch>
              </p:blipFill>
              <p:spPr>
                <a:xfrm>
                  <a:off x="10277491" y="3856742"/>
                  <a:ext cx="345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F46170F7-1181-4CFB-A12D-99B441677813}"/>
                    </a:ext>
                  </a:extLst>
                </p14:cNvPr>
                <p14:cNvContentPartPr/>
                <p14:nvPr/>
              </p14:nvContentPartPr>
              <p14:xfrm>
                <a:off x="4165771" y="3723542"/>
                <a:ext cx="34560" cy="37080"/>
              </p14:xfrm>
            </p:contentPart>
          </mc:Choice>
          <mc:Fallback xmlns="">
            <p:pic>
              <p:nvPicPr>
                <p:cNvPr id="14" name="Ink 13">
                  <a:extLst>
                    <a:ext uri="{FF2B5EF4-FFF2-40B4-BE49-F238E27FC236}">
                      <a16:creationId xmlns:a16="http://schemas.microsoft.com/office/drawing/2014/main" id="{F46170F7-1181-4CFB-A12D-99B441677813}"/>
                    </a:ext>
                  </a:extLst>
                </p:cNvPr>
                <p:cNvPicPr/>
                <p:nvPr/>
              </p:nvPicPr>
              <p:blipFill>
                <a:blip r:embed="rId17"/>
                <a:stretch>
                  <a:fillRect/>
                </a:stretch>
              </p:blipFill>
              <p:spPr>
                <a:xfrm>
                  <a:off x="4157131" y="3714902"/>
                  <a:ext cx="522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B9972462-3B50-4B9B-A2D2-F339E959476E}"/>
                    </a:ext>
                  </a:extLst>
                </p14:cNvPr>
                <p14:cNvContentPartPr/>
                <p14:nvPr/>
              </p14:nvContentPartPr>
              <p14:xfrm>
                <a:off x="4458091" y="3671702"/>
                <a:ext cx="4119480" cy="125280"/>
              </p14:xfrm>
            </p:contentPart>
          </mc:Choice>
          <mc:Fallback xmlns="">
            <p:pic>
              <p:nvPicPr>
                <p:cNvPr id="15" name="Ink 14">
                  <a:extLst>
                    <a:ext uri="{FF2B5EF4-FFF2-40B4-BE49-F238E27FC236}">
                      <a16:creationId xmlns:a16="http://schemas.microsoft.com/office/drawing/2014/main" id="{B9972462-3B50-4B9B-A2D2-F339E959476E}"/>
                    </a:ext>
                  </a:extLst>
                </p:cNvPr>
                <p:cNvPicPr/>
                <p:nvPr/>
              </p:nvPicPr>
              <p:blipFill>
                <a:blip r:embed="rId19"/>
                <a:stretch>
                  <a:fillRect/>
                </a:stretch>
              </p:blipFill>
              <p:spPr>
                <a:xfrm>
                  <a:off x="4449451" y="3662702"/>
                  <a:ext cx="41371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CA9CB1DC-D86C-44CC-BC09-158EAC232E2F}"/>
                    </a:ext>
                  </a:extLst>
                </p14:cNvPr>
                <p14:cNvContentPartPr/>
                <p14:nvPr/>
              </p14:nvContentPartPr>
              <p14:xfrm>
                <a:off x="3729811" y="4282982"/>
                <a:ext cx="6120" cy="360"/>
              </p14:xfrm>
            </p:contentPart>
          </mc:Choice>
          <mc:Fallback xmlns="">
            <p:pic>
              <p:nvPicPr>
                <p:cNvPr id="16" name="Ink 15">
                  <a:extLst>
                    <a:ext uri="{FF2B5EF4-FFF2-40B4-BE49-F238E27FC236}">
                      <a16:creationId xmlns:a16="http://schemas.microsoft.com/office/drawing/2014/main" id="{CA9CB1DC-D86C-44CC-BC09-158EAC232E2F}"/>
                    </a:ext>
                  </a:extLst>
                </p:cNvPr>
                <p:cNvPicPr/>
                <p:nvPr/>
              </p:nvPicPr>
              <p:blipFill>
                <a:blip r:embed="rId21"/>
                <a:stretch>
                  <a:fillRect/>
                </a:stretch>
              </p:blipFill>
              <p:spPr>
                <a:xfrm>
                  <a:off x="3721171" y="4274342"/>
                  <a:ext cx="23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928742D2-25A8-4D09-A735-0BD6E7C1D406}"/>
                    </a:ext>
                  </a:extLst>
                </p14:cNvPr>
                <p14:cNvContentPartPr/>
                <p14:nvPr/>
              </p14:nvContentPartPr>
              <p14:xfrm>
                <a:off x="3945811" y="4196582"/>
                <a:ext cx="4564440" cy="101160"/>
              </p14:xfrm>
            </p:contentPart>
          </mc:Choice>
          <mc:Fallback xmlns="">
            <p:pic>
              <p:nvPicPr>
                <p:cNvPr id="17" name="Ink 16">
                  <a:extLst>
                    <a:ext uri="{FF2B5EF4-FFF2-40B4-BE49-F238E27FC236}">
                      <a16:creationId xmlns:a16="http://schemas.microsoft.com/office/drawing/2014/main" id="{928742D2-25A8-4D09-A735-0BD6E7C1D406}"/>
                    </a:ext>
                  </a:extLst>
                </p:cNvPr>
                <p:cNvPicPr/>
                <p:nvPr/>
              </p:nvPicPr>
              <p:blipFill>
                <a:blip r:embed="rId23"/>
                <a:stretch>
                  <a:fillRect/>
                </a:stretch>
              </p:blipFill>
              <p:spPr>
                <a:xfrm>
                  <a:off x="3936811" y="4187942"/>
                  <a:ext cx="4582080" cy="118800"/>
                </a:xfrm>
                <a:prstGeom prst="rect">
                  <a:avLst/>
                </a:prstGeom>
              </p:spPr>
            </p:pic>
          </mc:Fallback>
        </mc:AlternateContent>
      </p:grpSp>
      <p:grpSp>
        <p:nvGrpSpPr>
          <p:cNvPr id="24" name="Group 23">
            <a:extLst>
              <a:ext uri="{FF2B5EF4-FFF2-40B4-BE49-F238E27FC236}">
                <a16:creationId xmlns:a16="http://schemas.microsoft.com/office/drawing/2014/main" id="{714C9A7F-57C2-4FE0-BEEE-0D461AD51EC6}"/>
              </a:ext>
            </a:extLst>
          </p:cNvPr>
          <p:cNvGrpSpPr/>
          <p:nvPr/>
        </p:nvGrpSpPr>
        <p:grpSpPr>
          <a:xfrm>
            <a:off x="4685971" y="5264702"/>
            <a:ext cx="3458880" cy="145440"/>
            <a:chOff x="4685971" y="5264702"/>
            <a:chExt cx="3458880" cy="145440"/>
          </a:xfrm>
        </p:grpSpPr>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08ACECD-DC56-4B97-B520-74424C2C2B41}"/>
                    </a:ext>
                  </a:extLst>
                </p14:cNvPr>
                <p14:cNvContentPartPr/>
                <p14:nvPr/>
              </p14:nvContentPartPr>
              <p14:xfrm>
                <a:off x="4685971" y="5388902"/>
                <a:ext cx="52200" cy="21240"/>
              </p14:xfrm>
            </p:contentPart>
          </mc:Choice>
          <mc:Fallback xmlns="">
            <p:pic>
              <p:nvPicPr>
                <p:cNvPr id="20" name="Ink 19">
                  <a:extLst>
                    <a:ext uri="{FF2B5EF4-FFF2-40B4-BE49-F238E27FC236}">
                      <a16:creationId xmlns:a16="http://schemas.microsoft.com/office/drawing/2014/main" id="{C08ACECD-DC56-4B97-B520-74424C2C2B41}"/>
                    </a:ext>
                  </a:extLst>
                </p:cNvPr>
                <p:cNvPicPr/>
                <p:nvPr/>
              </p:nvPicPr>
              <p:blipFill>
                <a:blip r:embed="rId25"/>
                <a:stretch>
                  <a:fillRect/>
                </a:stretch>
              </p:blipFill>
              <p:spPr>
                <a:xfrm>
                  <a:off x="4677331" y="5379902"/>
                  <a:ext cx="698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3FF20D02-1461-491E-B228-8573F976EA97}"/>
                    </a:ext>
                  </a:extLst>
                </p14:cNvPr>
                <p14:cNvContentPartPr/>
                <p14:nvPr/>
              </p14:nvContentPartPr>
              <p14:xfrm>
                <a:off x="4962451" y="5340302"/>
                <a:ext cx="30600" cy="20880"/>
              </p14:xfrm>
            </p:contentPart>
          </mc:Choice>
          <mc:Fallback xmlns="">
            <p:pic>
              <p:nvPicPr>
                <p:cNvPr id="21" name="Ink 20">
                  <a:extLst>
                    <a:ext uri="{FF2B5EF4-FFF2-40B4-BE49-F238E27FC236}">
                      <a16:creationId xmlns:a16="http://schemas.microsoft.com/office/drawing/2014/main" id="{3FF20D02-1461-491E-B228-8573F976EA97}"/>
                    </a:ext>
                  </a:extLst>
                </p:cNvPr>
                <p:cNvPicPr/>
                <p:nvPr/>
              </p:nvPicPr>
              <p:blipFill>
                <a:blip r:embed="rId27"/>
                <a:stretch>
                  <a:fillRect/>
                </a:stretch>
              </p:blipFill>
              <p:spPr>
                <a:xfrm>
                  <a:off x="4953451" y="5331302"/>
                  <a:ext cx="482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88592CAD-57A4-43E9-BCA9-6D1C65951463}"/>
                    </a:ext>
                  </a:extLst>
                </p14:cNvPr>
                <p14:cNvContentPartPr/>
                <p14:nvPr/>
              </p14:nvContentPartPr>
              <p14:xfrm>
                <a:off x="5234971" y="5264702"/>
                <a:ext cx="2909880" cy="31320"/>
              </p14:xfrm>
            </p:contentPart>
          </mc:Choice>
          <mc:Fallback xmlns="">
            <p:pic>
              <p:nvPicPr>
                <p:cNvPr id="23" name="Ink 22">
                  <a:extLst>
                    <a:ext uri="{FF2B5EF4-FFF2-40B4-BE49-F238E27FC236}">
                      <a16:creationId xmlns:a16="http://schemas.microsoft.com/office/drawing/2014/main" id="{88592CAD-57A4-43E9-BCA9-6D1C65951463}"/>
                    </a:ext>
                  </a:extLst>
                </p:cNvPr>
                <p:cNvPicPr/>
                <p:nvPr/>
              </p:nvPicPr>
              <p:blipFill>
                <a:blip r:embed="rId29"/>
                <a:stretch>
                  <a:fillRect/>
                </a:stretch>
              </p:blipFill>
              <p:spPr>
                <a:xfrm>
                  <a:off x="5226331" y="5256062"/>
                  <a:ext cx="2927520" cy="48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78F82A9B-CEF5-46D5-AA85-9AFE74116F3A}"/>
                  </a:ext>
                </a:extLst>
              </p14:cNvPr>
              <p14:cNvContentPartPr/>
              <p14:nvPr/>
            </p14:nvContentPartPr>
            <p14:xfrm>
              <a:off x="3188731" y="5744582"/>
              <a:ext cx="4315680" cy="180360"/>
            </p14:xfrm>
          </p:contentPart>
        </mc:Choice>
        <mc:Fallback xmlns="">
          <p:pic>
            <p:nvPicPr>
              <p:cNvPr id="25" name="Ink 24">
                <a:extLst>
                  <a:ext uri="{FF2B5EF4-FFF2-40B4-BE49-F238E27FC236}">
                    <a16:creationId xmlns:a16="http://schemas.microsoft.com/office/drawing/2014/main" id="{78F82A9B-CEF5-46D5-AA85-9AFE74116F3A}"/>
                  </a:ext>
                </a:extLst>
              </p:cNvPr>
              <p:cNvPicPr/>
              <p:nvPr/>
            </p:nvPicPr>
            <p:blipFill>
              <a:blip r:embed="rId31"/>
              <a:stretch>
                <a:fillRect/>
              </a:stretch>
            </p:blipFill>
            <p:spPr>
              <a:xfrm>
                <a:off x="3179731" y="5735582"/>
                <a:ext cx="43333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8A649B77-748D-4EEB-8EE0-49295E6C0DD5}"/>
                  </a:ext>
                </a:extLst>
              </p14:cNvPr>
              <p14:cNvContentPartPr/>
              <p14:nvPr/>
            </p14:nvContentPartPr>
            <p14:xfrm>
              <a:off x="4376731" y="3371102"/>
              <a:ext cx="3829680" cy="28800"/>
            </p14:xfrm>
          </p:contentPart>
        </mc:Choice>
        <mc:Fallback xmlns="">
          <p:pic>
            <p:nvPicPr>
              <p:cNvPr id="26" name="Ink 25">
                <a:extLst>
                  <a:ext uri="{FF2B5EF4-FFF2-40B4-BE49-F238E27FC236}">
                    <a16:creationId xmlns:a16="http://schemas.microsoft.com/office/drawing/2014/main" id="{8A649B77-748D-4EEB-8EE0-49295E6C0DD5}"/>
                  </a:ext>
                </a:extLst>
              </p:cNvPr>
              <p:cNvPicPr/>
              <p:nvPr/>
            </p:nvPicPr>
            <p:blipFill>
              <a:blip r:embed="rId33"/>
              <a:stretch>
                <a:fillRect/>
              </a:stretch>
            </p:blipFill>
            <p:spPr>
              <a:xfrm>
                <a:off x="4367731" y="3362462"/>
                <a:ext cx="3847320" cy="4644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667000" y="762000"/>
            <a:ext cx="6096000" cy="5334000"/>
          </a:xfrm>
        </p:spPr>
        <p:txBody>
          <a:bodyPr>
            <a:normAutofit/>
          </a:bodyPr>
          <a:lstStyle/>
          <a:p>
            <a:pPr marL="463550" indent="-463550"/>
            <a:r>
              <a:rPr lang="en-GB" sz="3200" b="1" dirty="0"/>
              <a:t>Phases of database design</a:t>
            </a:r>
          </a:p>
          <a:p>
            <a:pPr marL="463550" indent="-463550"/>
            <a:endParaRPr lang="en-GB" sz="3200" b="1" dirty="0"/>
          </a:p>
          <a:p>
            <a:pPr lvl="1">
              <a:lnSpc>
                <a:spcPct val="40000"/>
              </a:lnSpc>
            </a:pPr>
            <a:endParaRPr lang="en-GB" sz="2000" dirty="0"/>
          </a:p>
          <a:p>
            <a:pPr lvl="1"/>
            <a:r>
              <a:rPr lang="en-GB" sz="2800" dirty="0"/>
              <a:t>Conceptual database design</a:t>
            </a:r>
          </a:p>
          <a:p>
            <a:pPr lvl="1"/>
            <a:r>
              <a:rPr lang="en-GB" sz="2800" dirty="0"/>
              <a:t>Logical database design</a:t>
            </a:r>
          </a:p>
          <a:p>
            <a:pPr lvl="1"/>
            <a:r>
              <a:rPr lang="en-GB" sz="2800" dirty="0"/>
              <a:t>Physical database design.</a:t>
            </a:r>
          </a:p>
          <a:p>
            <a:pPr marL="1262063" lvl="2" indent="-341313" algn="just">
              <a:lnSpc>
                <a:spcPct val="120000"/>
              </a:lnSpc>
            </a:pPr>
            <a:endParaRPr lang="en-US" sz="22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17</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C250184-5D0D-491C-9828-F69DD4426DAE}"/>
                  </a:ext>
                </a:extLst>
              </p14:cNvPr>
              <p14:cNvContentPartPr/>
              <p14:nvPr/>
            </p14:nvContentPartPr>
            <p14:xfrm>
              <a:off x="3180811" y="3565502"/>
              <a:ext cx="3253680" cy="62640"/>
            </p14:xfrm>
          </p:contentPart>
        </mc:Choice>
        <mc:Fallback xmlns="">
          <p:pic>
            <p:nvPicPr>
              <p:cNvPr id="5" name="Ink 4">
                <a:extLst>
                  <a:ext uri="{FF2B5EF4-FFF2-40B4-BE49-F238E27FC236}">
                    <a16:creationId xmlns:a16="http://schemas.microsoft.com/office/drawing/2014/main" id="{EC250184-5D0D-491C-9828-F69DD4426DAE}"/>
                  </a:ext>
                </a:extLst>
              </p:cNvPr>
              <p:cNvPicPr/>
              <p:nvPr/>
            </p:nvPicPr>
            <p:blipFill>
              <a:blip r:embed="rId3"/>
              <a:stretch>
                <a:fillRect/>
              </a:stretch>
            </p:blipFill>
            <p:spPr>
              <a:xfrm>
                <a:off x="3172171" y="3556502"/>
                <a:ext cx="32713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C9026CD-984A-4EF2-A2EA-9CDCFCC99322}"/>
                  </a:ext>
                </a:extLst>
              </p14:cNvPr>
              <p14:cNvContentPartPr/>
              <p14:nvPr/>
            </p14:nvContentPartPr>
            <p14:xfrm>
              <a:off x="-2098949" y="806102"/>
              <a:ext cx="1693080" cy="539280"/>
            </p14:xfrm>
          </p:contentPart>
        </mc:Choice>
        <mc:Fallback xmlns="">
          <p:pic>
            <p:nvPicPr>
              <p:cNvPr id="6" name="Ink 5">
                <a:extLst>
                  <a:ext uri="{FF2B5EF4-FFF2-40B4-BE49-F238E27FC236}">
                    <a16:creationId xmlns:a16="http://schemas.microsoft.com/office/drawing/2014/main" id="{0C9026CD-984A-4EF2-A2EA-9CDCFCC99322}"/>
                  </a:ext>
                </a:extLst>
              </p:cNvPr>
              <p:cNvPicPr/>
              <p:nvPr/>
            </p:nvPicPr>
            <p:blipFill>
              <a:blip r:embed="rId5"/>
              <a:stretch>
                <a:fillRect/>
              </a:stretch>
            </p:blipFill>
            <p:spPr>
              <a:xfrm>
                <a:off x="-2107589" y="797102"/>
                <a:ext cx="17107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76DCDF01-95D9-47EE-8161-CBEA75403F68}"/>
                  </a:ext>
                </a:extLst>
              </p14:cNvPr>
              <p14:cNvContentPartPr/>
              <p14:nvPr/>
            </p14:nvContentPartPr>
            <p14:xfrm>
              <a:off x="-1721309" y="1750022"/>
              <a:ext cx="299880" cy="1161720"/>
            </p14:xfrm>
          </p:contentPart>
        </mc:Choice>
        <mc:Fallback xmlns="">
          <p:pic>
            <p:nvPicPr>
              <p:cNvPr id="22" name="Ink 21">
                <a:extLst>
                  <a:ext uri="{FF2B5EF4-FFF2-40B4-BE49-F238E27FC236}">
                    <a16:creationId xmlns:a16="http://schemas.microsoft.com/office/drawing/2014/main" id="{76DCDF01-95D9-47EE-8161-CBEA75403F68}"/>
                  </a:ext>
                </a:extLst>
              </p:cNvPr>
              <p:cNvPicPr/>
              <p:nvPr/>
            </p:nvPicPr>
            <p:blipFill>
              <a:blip r:embed="rId7"/>
              <a:stretch>
                <a:fillRect/>
              </a:stretch>
            </p:blipFill>
            <p:spPr>
              <a:xfrm>
                <a:off x="-1729949" y="1741382"/>
                <a:ext cx="317520" cy="1179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FF315102-5A87-4F1B-B77D-FF3395CD174C}"/>
                  </a:ext>
                </a:extLst>
              </p14:cNvPr>
              <p14:cNvContentPartPr/>
              <p14:nvPr/>
            </p14:nvContentPartPr>
            <p14:xfrm>
              <a:off x="-1561829" y="2916062"/>
              <a:ext cx="763560" cy="240840"/>
            </p14:xfrm>
          </p:contentPart>
        </mc:Choice>
        <mc:Fallback xmlns="">
          <p:pic>
            <p:nvPicPr>
              <p:cNvPr id="21" name="Ink 20">
                <a:extLst>
                  <a:ext uri="{FF2B5EF4-FFF2-40B4-BE49-F238E27FC236}">
                    <a16:creationId xmlns:a16="http://schemas.microsoft.com/office/drawing/2014/main" id="{FF315102-5A87-4F1B-B77D-FF3395CD174C}"/>
                  </a:ext>
                </a:extLst>
              </p:cNvPr>
              <p:cNvPicPr/>
              <p:nvPr/>
            </p:nvPicPr>
            <p:blipFill>
              <a:blip r:embed="rId9"/>
              <a:stretch>
                <a:fillRect/>
              </a:stretch>
            </p:blipFill>
            <p:spPr>
              <a:xfrm>
                <a:off x="-1570829" y="2907062"/>
                <a:ext cx="7812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E9DD5C85-DC38-47BA-946E-CC5BD4B8BC76}"/>
                  </a:ext>
                </a:extLst>
              </p14:cNvPr>
              <p14:cNvContentPartPr/>
              <p14:nvPr/>
            </p14:nvContentPartPr>
            <p14:xfrm>
              <a:off x="-1618709" y="1146662"/>
              <a:ext cx="1583640" cy="2553480"/>
            </p14:xfrm>
          </p:contentPart>
        </mc:Choice>
        <mc:Fallback xmlns="">
          <p:pic>
            <p:nvPicPr>
              <p:cNvPr id="19" name="Ink 18">
                <a:extLst>
                  <a:ext uri="{FF2B5EF4-FFF2-40B4-BE49-F238E27FC236}">
                    <a16:creationId xmlns:a16="http://schemas.microsoft.com/office/drawing/2014/main" id="{E9DD5C85-DC38-47BA-946E-CC5BD4B8BC76}"/>
                  </a:ext>
                </a:extLst>
              </p:cNvPr>
              <p:cNvPicPr/>
              <p:nvPr/>
            </p:nvPicPr>
            <p:blipFill>
              <a:blip r:embed="rId11"/>
              <a:stretch>
                <a:fillRect/>
              </a:stretch>
            </p:blipFill>
            <p:spPr>
              <a:xfrm>
                <a:off x="-1627709" y="1137662"/>
                <a:ext cx="1601280" cy="257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FF951BE2-083F-4B8C-950A-5B48A5D4550A}"/>
                  </a:ext>
                </a:extLst>
              </p14:cNvPr>
              <p14:cNvContentPartPr/>
              <p14:nvPr/>
            </p14:nvContentPartPr>
            <p14:xfrm>
              <a:off x="-1570109" y="2137742"/>
              <a:ext cx="1315800" cy="804240"/>
            </p14:xfrm>
          </p:contentPart>
        </mc:Choice>
        <mc:Fallback xmlns="">
          <p:pic>
            <p:nvPicPr>
              <p:cNvPr id="18" name="Ink 17">
                <a:extLst>
                  <a:ext uri="{FF2B5EF4-FFF2-40B4-BE49-F238E27FC236}">
                    <a16:creationId xmlns:a16="http://schemas.microsoft.com/office/drawing/2014/main" id="{FF951BE2-083F-4B8C-950A-5B48A5D4550A}"/>
                  </a:ext>
                </a:extLst>
              </p:cNvPr>
              <p:cNvPicPr/>
              <p:nvPr/>
            </p:nvPicPr>
            <p:blipFill>
              <a:blip r:embed="rId13"/>
              <a:stretch>
                <a:fillRect/>
              </a:stretch>
            </p:blipFill>
            <p:spPr>
              <a:xfrm>
                <a:off x="-1579109" y="2129102"/>
                <a:ext cx="1333440" cy="821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8C88E385-E1A7-429F-A1A0-909395973434}"/>
                  </a:ext>
                </a:extLst>
              </p14:cNvPr>
              <p14:cNvContentPartPr/>
              <p14:nvPr/>
            </p14:nvContentPartPr>
            <p14:xfrm>
              <a:off x="-1049189" y="2894102"/>
              <a:ext cx="871200" cy="400680"/>
            </p14:xfrm>
          </p:contentPart>
        </mc:Choice>
        <mc:Fallback xmlns="">
          <p:pic>
            <p:nvPicPr>
              <p:cNvPr id="17" name="Ink 16">
                <a:extLst>
                  <a:ext uri="{FF2B5EF4-FFF2-40B4-BE49-F238E27FC236}">
                    <a16:creationId xmlns:a16="http://schemas.microsoft.com/office/drawing/2014/main" id="{8C88E385-E1A7-429F-A1A0-909395973434}"/>
                  </a:ext>
                </a:extLst>
              </p:cNvPr>
              <p:cNvPicPr/>
              <p:nvPr/>
            </p:nvPicPr>
            <p:blipFill>
              <a:blip r:embed="rId15"/>
              <a:stretch>
                <a:fillRect/>
              </a:stretch>
            </p:blipFill>
            <p:spPr>
              <a:xfrm>
                <a:off x="-1058189" y="2885102"/>
                <a:ext cx="88884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7D2852D4-5B4A-43E9-917C-DC2181434D6C}"/>
                  </a:ext>
                </a:extLst>
              </p14:cNvPr>
              <p14:cNvContentPartPr/>
              <p14:nvPr/>
            </p14:nvContentPartPr>
            <p14:xfrm>
              <a:off x="-939749" y="1936862"/>
              <a:ext cx="297000" cy="1624320"/>
            </p14:xfrm>
          </p:contentPart>
        </mc:Choice>
        <mc:Fallback xmlns="">
          <p:pic>
            <p:nvPicPr>
              <p:cNvPr id="16" name="Ink 15">
                <a:extLst>
                  <a:ext uri="{FF2B5EF4-FFF2-40B4-BE49-F238E27FC236}">
                    <a16:creationId xmlns:a16="http://schemas.microsoft.com/office/drawing/2014/main" id="{7D2852D4-5B4A-43E9-917C-DC2181434D6C}"/>
                  </a:ext>
                </a:extLst>
              </p:cNvPr>
              <p:cNvPicPr/>
              <p:nvPr/>
            </p:nvPicPr>
            <p:blipFill>
              <a:blip r:embed="rId17"/>
              <a:stretch>
                <a:fillRect/>
              </a:stretch>
            </p:blipFill>
            <p:spPr>
              <a:xfrm>
                <a:off x="-948389" y="1927862"/>
                <a:ext cx="314640" cy="1641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416EA700-2FD3-4C67-A9D8-4BB47149E900}"/>
                  </a:ext>
                </a:extLst>
              </p14:cNvPr>
              <p14:cNvContentPartPr/>
              <p14:nvPr/>
            </p14:nvContentPartPr>
            <p14:xfrm>
              <a:off x="-1061429" y="1025342"/>
              <a:ext cx="628560" cy="291600"/>
            </p14:xfrm>
          </p:contentPart>
        </mc:Choice>
        <mc:Fallback xmlns="">
          <p:pic>
            <p:nvPicPr>
              <p:cNvPr id="15" name="Ink 14">
                <a:extLst>
                  <a:ext uri="{FF2B5EF4-FFF2-40B4-BE49-F238E27FC236}">
                    <a16:creationId xmlns:a16="http://schemas.microsoft.com/office/drawing/2014/main" id="{416EA700-2FD3-4C67-A9D8-4BB47149E900}"/>
                  </a:ext>
                </a:extLst>
              </p:cNvPr>
              <p:cNvPicPr/>
              <p:nvPr/>
            </p:nvPicPr>
            <p:blipFill>
              <a:blip r:embed="rId19"/>
              <a:stretch>
                <a:fillRect/>
              </a:stretch>
            </p:blipFill>
            <p:spPr>
              <a:xfrm>
                <a:off x="-1070069" y="1016702"/>
                <a:ext cx="64620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B9FA02B5-2F0F-458D-8C8B-16F6E9E59CAC}"/>
                  </a:ext>
                </a:extLst>
              </p14:cNvPr>
              <p14:cNvContentPartPr/>
              <p14:nvPr/>
            </p14:nvContentPartPr>
            <p14:xfrm>
              <a:off x="-723749" y="1539782"/>
              <a:ext cx="386640" cy="1867680"/>
            </p14:xfrm>
          </p:contentPart>
        </mc:Choice>
        <mc:Fallback xmlns="">
          <p:pic>
            <p:nvPicPr>
              <p:cNvPr id="14" name="Ink 13">
                <a:extLst>
                  <a:ext uri="{FF2B5EF4-FFF2-40B4-BE49-F238E27FC236}">
                    <a16:creationId xmlns:a16="http://schemas.microsoft.com/office/drawing/2014/main" id="{B9FA02B5-2F0F-458D-8C8B-16F6E9E59CAC}"/>
                  </a:ext>
                </a:extLst>
              </p:cNvPr>
              <p:cNvPicPr/>
              <p:nvPr/>
            </p:nvPicPr>
            <p:blipFill>
              <a:blip r:embed="rId21"/>
              <a:stretch>
                <a:fillRect/>
              </a:stretch>
            </p:blipFill>
            <p:spPr>
              <a:xfrm>
                <a:off x="-732749" y="1530782"/>
                <a:ext cx="404280" cy="1885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9539539E-12F3-4C07-87AE-77F0DB2CC85D}"/>
                  </a:ext>
                </a:extLst>
              </p14:cNvPr>
              <p14:cNvContentPartPr/>
              <p14:nvPr/>
            </p14:nvContentPartPr>
            <p14:xfrm>
              <a:off x="-1553909" y="1264022"/>
              <a:ext cx="684360" cy="2546640"/>
            </p14:xfrm>
          </p:contentPart>
        </mc:Choice>
        <mc:Fallback xmlns="">
          <p:pic>
            <p:nvPicPr>
              <p:cNvPr id="13" name="Ink 12">
                <a:extLst>
                  <a:ext uri="{FF2B5EF4-FFF2-40B4-BE49-F238E27FC236}">
                    <a16:creationId xmlns:a16="http://schemas.microsoft.com/office/drawing/2014/main" id="{9539539E-12F3-4C07-87AE-77F0DB2CC85D}"/>
                  </a:ext>
                </a:extLst>
              </p:cNvPr>
              <p:cNvPicPr/>
              <p:nvPr/>
            </p:nvPicPr>
            <p:blipFill>
              <a:blip r:embed="rId23"/>
              <a:stretch>
                <a:fillRect/>
              </a:stretch>
            </p:blipFill>
            <p:spPr>
              <a:xfrm>
                <a:off x="-1562909" y="1255382"/>
                <a:ext cx="702000" cy="2564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7A438A6D-D54C-4399-BFEB-2E5D189F2641}"/>
                  </a:ext>
                </a:extLst>
              </p14:cNvPr>
              <p14:cNvContentPartPr/>
              <p14:nvPr/>
            </p14:nvContentPartPr>
            <p14:xfrm>
              <a:off x="-1744709" y="1903742"/>
              <a:ext cx="1673640" cy="451080"/>
            </p14:xfrm>
          </p:contentPart>
        </mc:Choice>
        <mc:Fallback xmlns="">
          <p:pic>
            <p:nvPicPr>
              <p:cNvPr id="12" name="Ink 11">
                <a:extLst>
                  <a:ext uri="{FF2B5EF4-FFF2-40B4-BE49-F238E27FC236}">
                    <a16:creationId xmlns:a16="http://schemas.microsoft.com/office/drawing/2014/main" id="{7A438A6D-D54C-4399-BFEB-2E5D189F2641}"/>
                  </a:ext>
                </a:extLst>
              </p:cNvPr>
              <p:cNvPicPr/>
              <p:nvPr/>
            </p:nvPicPr>
            <p:blipFill>
              <a:blip r:embed="rId25"/>
              <a:stretch>
                <a:fillRect/>
              </a:stretch>
            </p:blipFill>
            <p:spPr>
              <a:xfrm>
                <a:off x="-1753709" y="1894742"/>
                <a:ext cx="1691280" cy="468720"/>
              </a:xfrm>
              <a:prstGeom prst="rect">
                <a:avLst/>
              </a:prstGeom>
            </p:spPr>
          </p:pic>
        </mc:Fallback>
      </mc:AlternateContent>
      <p:grpSp>
        <p:nvGrpSpPr>
          <p:cNvPr id="35" name="Group 34">
            <a:extLst>
              <a:ext uri="{FF2B5EF4-FFF2-40B4-BE49-F238E27FC236}">
                <a16:creationId xmlns:a16="http://schemas.microsoft.com/office/drawing/2014/main" id="{DD39F4AB-F477-4385-BE45-A7F4D1A6291D}"/>
              </a:ext>
            </a:extLst>
          </p:cNvPr>
          <p:cNvGrpSpPr/>
          <p:nvPr/>
        </p:nvGrpSpPr>
        <p:grpSpPr>
          <a:xfrm>
            <a:off x="-2013269" y="834542"/>
            <a:ext cx="2316240" cy="3163320"/>
            <a:chOff x="-2013269" y="834542"/>
            <a:chExt cx="2316240" cy="3163320"/>
          </a:xfrm>
        </p:grpSpPr>
        <mc:AlternateContent xmlns:mc="http://schemas.openxmlformats.org/markup-compatibility/2006" xmlns:p14="http://schemas.microsoft.com/office/powerpoint/2010/main">
          <mc:Choice Requires="p14">
            <p:contentPart p14:bwMode="auto" r:id="rId26">
              <p14:nvContentPartPr>
                <p14:cNvPr id="11" name="Ink 10">
                  <a:extLst>
                    <a:ext uri="{FF2B5EF4-FFF2-40B4-BE49-F238E27FC236}">
                      <a16:creationId xmlns:a16="http://schemas.microsoft.com/office/drawing/2014/main" id="{C86EB553-20D0-4B92-9205-CECFB13552FB}"/>
                    </a:ext>
                  </a:extLst>
                </p14:cNvPr>
                <p14:cNvContentPartPr/>
                <p14:nvPr/>
              </p14:nvContentPartPr>
              <p14:xfrm>
                <a:off x="-1647509" y="1448702"/>
                <a:ext cx="1712880" cy="496800"/>
              </p14:xfrm>
            </p:contentPart>
          </mc:Choice>
          <mc:Fallback xmlns="">
            <p:pic>
              <p:nvPicPr>
                <p:cNvPr id="11" name="Ink 10">
                  <a:extLst>
                    <a:ext uri="{FF2B5EF4-FFF2-40B4-BE49-F238E27FC236}">
                      <a16:creationId xmlns:a16="http://schemas.microsoft.com/office/drawing/2014/main" id="{C86EB553-20D0-4B92-9205-CECFB13552FB}"/>
                    </a:ext>
                  </a:extLst>
                </p:cNvPr>
                <p:cNvPicPr/>
                <p:nvPr/>
              </p:nvPicPr>
              <p:blipFill>
                <a:blip r:embed="rId27"/>
                <a:stretch>
                  <a:fillRect/>
                </a:stretch>
              </p:blipFill>
              <p:spPr>
                <a:xfrm>
                  <a:off x="-1656509" y="1439702"/>
                  <a:ext cx="1730520" cy="514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 name="Ink 6">
                  <a:extLst>
                    <a:ext uri="{FF2B5EF4-FFF2-40B4-BE49-F238E27FC236}">
                      <a16:creationId xmlns:a16="http://schemas.microsoft.com/office/drawing/2014/main" id="{75E68DFA-52EB-4597-9A1E-4299BDCA9B15}"/>
                    </a:ext>
                  </a:extLst>
                </p14:cNvPr>
                <p14:cNvContentPartPr/>
                <p14:nvPr/>
              </p14:nvContentPartPr>
              <p14:xfrm>
                <a:off x="-224069" y="834542"/>
                <a:ext cx="367560" cy="2527560"/>
              </p14:xfrm>
            </p:contentPart>
          </mc:Choice>
          <mc:Fallback xmlns="">
            <p:pic>
              <p:nvPicPr>
                <p:cNvPr id="7" name="Ink 6">
                  <a:extLst>
                    <a:ext uri="{FF2B5EF4-FFF2-40B4-BE49-F238E27FC236}">
                      <a16:creationId xmlns:a16="http://schemas.microsoft.com/office/drawing/2014/main" id="{75E68DFA-52EB-4597-9A1E-4299BDCA9B15}"/>
                    </a:ext>
                  </a:extLst>
                </p:cNvPr>
                <p:cNvPicPr/>
                <p:nvPr/>
              </p:nvPicPr>
              <p:blipFill>
                <a:blip r:embed="rId29"/>
                <a:stretch>
                  <a:fillRect/>
                </a:stretch>
              </p:blipFill>
              <p:spPr>
                <a:xfrm>
                  <a:off x="-232709" y="825902"/>
                  <a:ext cx="385200" cy="2545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 name="Ink 7">
                  <a:extLst>
                    <a:ext uri="{FF2B5EF4-FFF2-40B4-BE49-F238E27FC236}">
                      <a16:creationId xmlns:a16="http://schemas.microsoft.com/office/drawing/2014/main" id="{127FDDCE-5D4F-4174-9E66-BF9363A7CE5F}"/>
                    </a:ext>
                  </a:extLst>
                </p14:cNvPr>
                <p14:cNvContentPartPr/>
                <p14:nvPr/>
              </p14:nvContentPartPr>
              <p14:xfrm>
                <a:off x="-2013269" y="1410182"/>
                <a:ext cx="2042280" cy="2587680"/>
              </p14:xfrm>
            </p:contentPart>
          </mc:Choice>
          <mc:Fallback xmlns="">
            <p:pic>
              <p:nvPicPr>
                <p:cNvPr id="8" name="Ink 7">
                  <a:extLst>
                    <a:ext uri="{FF2B5EF4-FFF2-40B4-BE49-F238E27FC236}">
                      <a16:creationId xmlns:a16="http://schemas.microsoft.com/office/drawing/2014/main" id="{127FDDCE-5D4F-4174-9E66-BF9363A7CE5F}"/>
                    </a:ext>
                  </a:extLst>
                </p:cNvPr>
                <p:cNvPicPr/>
                <p:nvPr/>
              </p:nvPicPr>
              <p:blipFill>
                <a:blip r:embed="rId31"/>
                <a:stretch>
                  <a:fillRect/>
                </a:stretch>
              </p:blipFill>
              <p:spPr>
                <a:xfrm>
                  <a:off x="-2021909" y="1401542"/>
                  <a:ext cx="2059920" cy="2605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98401ABD-C90E-4E39-9AAA-97DAC35068E7}"/>
                    </a:ext>
                  </a:extLst>
                </p14:cNvPr>
                <p14:cNvContentPartPr/>
                <p14:nvPr/>
              </p14:nvContentPartPr>
              <p14:xfrm>
                <a:off x="-528989" y="2155742"/>
                <a:ext cx="831960" cy="1191600"/>
              </p14:xfrm>
            </p:contentPart>
          </mc:Choice>
          <mc:Fallback xmlns="">
            <p:pic>
              <p:nvPicPr>
                <p:cNvPr id="20" name="Ink 19">
                  <a:extLst>
                    <a:ext uri="{FF2B5EF4-FFF2-40B4-BE49-F238E27FC236}">
                      <a16:creationId xmlns:a16="http://schemas.microsoft.com/office/drawing/2014/main" id="{98401ABD-C90E-4E39-9AAA-97DAC35068E7}"/>
                    </a:ext>
                  </a:extLst>
                </p:cNvPr>
                <p:cNvPicPr/>
                <p:nvPr/>
              </p:nvPicPr>
              <p:blipFill>
                <a:blip r:embed="rId33"/>
                <a:stretch>
                  <a:fillRect/>
                </a:stretch>
              </p:blipFill>
              <p:spPr>
                <a:xfrm>
                  <a:off x="-537989" y="2146742"/>
                  <a:ext cx="849600" cy="1209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A608D268-79B6-426A-899D-528A0F6FE853}"/>
                    </a:ext>
                  </a:extLst>
                </p14:cNvPr>
                <p14:cNvContentPartPr/>
                <p14:nvPr/>
              </p14:nvContentPartPr>
              <p14:xfrm>
                <a:off x="-1679909" y="877022"/>
                <a:ext cx="1888920" cy="594000"/>
              </p14:xfrm>
            </p:contentPart>
          </mc:Choice>
          <mc:Fallback xmlns="">
            <p:pic>
              <p:nvPicPr>
                <p:cNvPr id="23" name="Ink 22">
                  <a:extLst>
                    <a:ext uri="{FF2B5EF4-FFF2-40B4-BE49-F238E27FC236}">
                      <a16:creationId xmlns:a16="http://schemas.microsoft.com/office/drawing/2014/main" id="{A608D268-79B6-426A-899D-528A0F6FE853}"/>
                    </a:ext>
                  </a:extLst>
                </p:cNvPr>
                <p:cNvPicPr/>
                <p:nvPr/>
              </p:nvPicPr>
              <p:blipFill>
                <a:blip r:embed="rId35"/>
                <a:stretch>
                  <a:fillRect/>
                </a:stretch>
              </p:blipFill>
              <p:spPr>
                <a:xfrm>
                  <a:off x="-1688909" y="868382"/>
                  <a:ext cx="1906560" cy="611640"/>
                </a:xfrm>
                <a:prstGeom prst="rect">
                  <a:avLst/>
                </a:prstGeom>
              </p:spPr>
            </p:pic>
          </mc:Fallback>
        </mc:AlternateContent>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r>
              <a:rPr lang="en-US" sz="2000" dirty="0"/>
              <a:t>(</a:t>
            </a:r>
            <a:r>
              <a:rPr lang="en-GB" sz="2000" b="1" dirty="0"/>
              <a:t>Phases of database design</a:t>
            </a:r>
            <a:r>
              <a:rPr lang="en-US" sz="2000" dirty="0"/>
              <a:t>)</a:t>
            </a:r>
            <a:endParaRPr lang="en-US" dirty="0"/>
          </a:p>
        </p:txBody>
      </p:sp>
      <p:sp>
        <p:nvSpPr>
          <p:cNvPr id="3" name="Content Placeholder 2"/>
          <p:cNvSpPr>
            <a:spLocks noGrp="1"/>
          </p:cNvSpPr>
          <p:nvPr>
            <p:ph idx="1"/>
          </p:nvPr>
        </p:nvSpPr>
        <p:spPr>
          <a:xfrm>
            <a:off x="2667000" y="762000"/>
            <a:ext cx="6096000" cy="5334000"/>
          </a:xfrm>
        </p:spPr>
        <p:txBody>
          <a:bodyPr>
            <a:normAutofit lnSpcReduction="10000"/>
          </a:bodyPr>
          <a:lstStyle/>
          <a:p>
            <a:pPr marL="463550" lvl="1" indent="-463550">
              <a:spcBef>
                <a:spcPts val="1200"/>
              </a:spcBef>
              <a:spcAft>
                <a:spcPts val="0"/>
              </a:spcAft>
              <a:buFont typeface="Wingdings" pitchFamily="2" charset="2"/>
              <a:buChar char="§"/>
            </a:pPr>
            <a:r>
              <a:rPr lang="en-GB" sz="3000" b="1" dirty="0"/>
              <a:t>Conceptual database design</a:t>
            </a:r>
          </a:p>
          <a:p>
            <a:pPr marL="463550" indent="-463550"/>
            <a:endParaRPr lang="en-GB" sz="3000" b="1" dirty="0"/>
          </a:p>
          <a:p>
            <a:pPr lvl="1">
              <a:lnSpc>
                <a:spcPct val="40000"/>
              </a:lnSpc>
            </a:pPr>
            <a:endParaRPr lang="en-GB" dirty="0"/>
          </a:p>
          <a:p>
            <a:pPr lvl="1" indent="-344488"/>
            <a:r>
              <a:rPr lang="en-GB" sz="2800" dirty="0"/>
              <a:t>Process of constructing a model of the data used in an enterprise, independent of all physical considerations.</a:t>
            </a:r>
          </a:p>
          <a:p>
            <a:pPr lvl="1" indent="-344488">
              <a:lnSpc>
                <a:spcPct val="40000"/>
              </a:lnSpc>
            </a:pPr>
            <a:endParaRPr lang="en-GB" sz="2800" dirty="0"/>
          </a:p>
          <a:p>
            <a:pPr lvl="1" indent="-344488"/>
            <a:r>
              <a:rPr lang="en-GB" sz="2800" dirty="0"/>
              <a:t>Data model is built using the information in  users’ requirements specification. </a:t>
            </a:r>
          </a:p>
          <a:p>
            <a:pPr lvl="1" indent="-344488">
              <a:lnSpc>
                <a:spcPct val="40000"/>
              </a:lnSpc>
            </a:pPr>
            <a:endParaRPr lang="en-GB" sz="2800" dirty="0"/>
          </a:p>
          <a:p>
            <a:pPr lvl="1" indent="-344488"/>
            <a:r>
              <a:rPr lang="en-GB" sz="2800" dirty="0"/>
              <a:t>Conceptual data model is source of information for logical design phase. </a:t>
            </a:r>
          </a:p>
          <a:p>
            <a:pPr marL="1262063" lvl="2" indent="-341313" algn="just">
              <a:lnSpc>
                <a:spcPct val="120000"/>
              </a:lnSpc>
            </a:pP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18</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BB047DC5-FF5F-4384-A5E1-7310F0F097C8}"/>
                  </a:ext>
                </a:extLst>
              </p14:cNvPr>
              <p14:cNvContentPartPr/>
              <p14:nvPr/>
            </p14:nvContentPartPr>
            <p14:xfrm>
              <a:off x="3934651" y="2029742"/>
              <a:ext cx="938880" cy="577440"/>
            </p14:xfrm>
          </p:contentPart>
        </mc:Choice>
        <mc:Fallback xmlns="">
          <p:pic>
            <p:nvPicPr>
              <p:cNvPr id="8" name="Ink 7">
                <a:extLst>
                  <a:ext uri="{FF2B5EF4-FFF2-40B4-BE49-F238E27FC236}">
                    <a16:creationId xmlns:a16="http://schemas.microsoft.com/office/drawing/2014/main" id="{BB047DC5-FF5F-4384-A5E1-7310F0F097C8}"/>
                  </a:ext>
                </a:extLst>
              </p:cNvPr>
              <p:cNvPicPr/>
              <p:nvPr/>
            </p:nvPicPr>
            <p:blipFill>
              <a:blip r:embed="rId3"/>
              <a:stretch>
                <a:fillRect/>
              </a:stretch>
            </p:blipFill>
            <p:spPr>
              <a:xfrm>
                <a:off x="3925651" y="2021102"/>
                <a:ext cx="95652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157A6F9-F727-43A4-9B6E-C2AC5AB7020B}"/>
                  </a:ext>
                </a:extLst>
              </p14:cNvPr>
              <p14:cNvContentPartPr/>
              <p14:nvPr/>
            </p14:nvContentPartPr>
            <p14:xfrm>
              <a:off x="3636571" y="4463702"/>
              <a:ext cx="2003040" cy="66960"/>
            </p14:xfrm>
          </p:contentPart>
        </mc:Choice>
        <mc:Fallback xmlns="">
          <p:pic>
            <p:nvPicPr>
              <p:cNvPr id="10" name="Ink 9">
                <a:extLst>
                  <a:ext uri="{FF2B5EF4-FFF2-40B4-BE49-F238E27FC236}">
                    <a16:creationId xmlns:a16="http://schemas.microsoft.com/office/drawing/2014/main" id="{6157A6F9-F727-43A4-9B6E-C2AC5AB7020B}"/>
                  </a:ext>
                </a:extLst>
              </p:cNvPr>
              <p:cNvPicPr/>
              <p:nvPr/>
            </p:nvPicPr>
            <p:blipFill>
              <a:blip r:embed="rId5"/>
              <a:stretch>
                <a:fillRect/>
              </a:stretch>
            </p:blipFill>
            <p:spPr>
              <a:xfrm>
                <a:off x="3627571" y="4454702"/>
                <a:ext cx="2020680" cy="84600"/>
              </a:xfrm>
              <a:prstGeom prst="rect">
                <a:avLst/>
              </a:prstGeom>
            </p:spPr>
          </p:pic>
        </mc:Fallback>
      </mc:AlternateContent>
      <p:grpSp>
        <p:nvGrpSpPr>
          <p:cNvPr id="17" name="Group 16">
            <a:extLst>
              <a:ext uri="{FF2B5EF4-FFF2-40B4-BE49-F238E27FC236}">
                <a16:creationId xmlns:a16="http://schemas.microsoft.com/office/drawing/2014/main" id="{992FAEF9-F526-4BCF-88EC-B35A53843415}"/>
              </a:ext>
            </a:extLst>
          </p:cNvPr>
          <p:cNvGrpSpPr/>
          <p:nvPr/>
        </p:nvGrpSpPr>
        <p:grpSpPr>
          <a:xfrm>
            <a:off x="3477451" y="2471462"/>
            <a:ext cx="7167960" cy="1701360"/>
            <a:chOff x="3477451" y="2471462"/>
            <a:chExt cx="7167960" cy="170136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6340C96-09C5-48F9-8947-A0DA9999D76C}"/>
                    </a:ext>
                  </a:extLst>
                </p14:cNvPr>
                <p14:cNvContentPartPr/>
                <p14:nvPr/>
              </p14:nvContentPartPr>
              <p14:xfrm>
                <a:off x="3611731" y="2471462"/>
                <a:ext cx="4149720" cy="158760"/>
              </p14:xfrm>
            </p:contentPart>
          </mc:Choice>
          <mc:Fallback xmlns="">
            <p:pic>
              <p:nvPicPr>
                <p:cNvPr id="5" name="Ink 4">
                  <a:extLst>
                    <a:ext uri="{FF2B5EF4-FFF2-40B4-BE49-F238E27FC236}">
                      <a16:creationId xmlns:a16="http://schemas.microsoft.com/office/drawing/2014/main" id="{B6340C96-09C5-48F9-8947-A0DA9999D76C}"/>
                    </a:ext>
                  </a:extLst>
                </p:cNvPr>
                <p:cNvPicPr/>
                <p:nvPr/>
              </p:nvPicPr>
              <p:blipFill>
                <a:blip r:embed="rId7"/>
                <a:stretch>
                  <a:fillRect/>
                </a:stretch>
              </p:blipFill>
              <p:spPr>
                <a:xfrm>
                  <a:off x="3603091" y="2462462"/>
                  <a:ext cx="41673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4003C26-BE08-4381-B0E2-FAAF2CA3C017}"/>
                    </a:ext>
                  </a:extLst>
                </p14:cNvPr>
                <p14:cNvContentPartPr/>
                <p14:nvPr/>
              </p14:nvContentPartPr>
              <p14:xfrm>
                <a:off x="3502291" y="2824622"/>
                <a:ext cx="3755520" cy="85320"/>
              </p14:xfrm>
            </p:contentPart>
          </mc:Choice>
          <mc:Fallback xmlns="">
            <p:pic>
              <p:nvPicPr>
                <p:cNvPr id="6" name="Ink 5">
                  <a:extLst>
                    <a:ext uri="{FF2B5EF4-FFF2-40B4-BE49-F238E27FC236}">
                      <a16:creationId xmlns:a16="http://schemas.microsoft.com/office/drawing/2014/main" id="{24003C26-BE08-4381-B0E2-FAAF2CA3C017}"/>
                    </a:ext>
                  </a:extLst>
                </p:cNvPr>
                <p:cNvPicPr/>
                <p:nvPr/>
              </p:nvPicPr>
              <p:blipFill>
                <a:blip r:embed="rId9"/>
                <a:stretch>
                  <a:fillRect/>
                </a:stretch>
              </p:blipFill>
              <p:spPr>
                <a:xfrm>
                  <a:off x="3493291" y="2815982"/>
                  <a:ext cx="37731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E350FA0-ECFE-424B-84DC-4965F90DCC9E}"/>
                    </a:ext>
                  </a:extLst>
                </p14:cNvPr>
                <p14:cNvContentPartPr/>
                <p14:nvPr/>
              </p14:nvContentPartPr>
              <p14:xfrm>
                <a:off x="3477451" y="3080942"/>
                <a:ext cx="2439000" cy="103320"/>
              </p14:xfrm>
            </p:contentPart>
          </mc:Choice>
          <mc:Fallback xmlns="">
            <p:pic>
              <p:nvPicPr>
                <p:cNvPr id="7" name="Ink 6">
                  <a:extLst>
                    <a:ext uri="{FF2B5EF4-FFF2-40B4-BE49-F238E27FC236}">
                      <a16:creationId xmlns:a16="http://schemas.microsoft.com/office/drawing/2014/main" id="{8E350FA0-ECFE-424B-84DC-4965F90DCC9E}"/>
                    </a:ext>
                  </a:extLst>
                </p:cNvPr>
                <p:cNvPicPr/>
                <p:nvPr/>
              </p:nvPicPr>
              <p:blipFill>
                <a:blip r:embed="rId11"/>
                <a:stretch>
                  <a:fillRect/>
                </a:stretch>
              </p:blipFill>
              <p:spPr>
                <a:xfrm>
                  <a:off x="3468811" y="3072302"/>
                  <a:ext cx="24566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2BCC8349-1D85-411B-B17B-0E89E7EB8ED3}"/>
                    </a:ext>
                  </a:extLst>
                </p14:cNvPr>
                <p14:cNvContentPartPr/>
                <p14:nvPr/>
              </p14:nvContentPartPr>
              <p14:xfrm>
                <a:off x="5588851" y="4118102"/>
                <a:ext cx="2748240" cy="54720"/>
              </p14:xfrm>
            </p:contentPart>
          </mc:Choice>
          <mc:Fallback xmlns="">
            <p:pic>
              <p:nvPicPr>
                <p:cNvPr id="9" name="Ink 8">
                  <a:extLst>
                    <a:ext uri="{FF2B5EF4-FFF2-40B4-BE49-F238E27FC236}">
                      <a16:creationId xmlns:a16="http://schemas.microsoft.com/office/drawing/2014/main" id="{2BCC8349-1D85-411B-B17B-0E89E7EB8ED3}"/>
                    </a:ext>
                  </a:extLst>
                </p:cNvPr>
                <p:cNvPicPr/>
                <p:nvPr/>
              </p:nvPicPr>
              <p:blipFill>
                <a:blip r:embed="rId13"/>
                <a:stretch>
                  <a:fillRect/>
                </a:stretch>
              </p:blipFill>
              <p:spPr>
                <a:xfrm>
                  <a:off x="5579851" y="4109102"/>
                  <a:ext cx="27658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F855228-CB40-40C5-B1FD-EAA20A027D50}"/>
                    </a:ext>
                  </a:extLst>
                </p14:cNvPr>
                <p14:cNvContentPartPr/>
                <p14:nvPr/>
              </p14:nvContentPartPr>
              <p14:xfrm>
                <a:off x="9353731" y="2832182"/>
                <a:ext cx="71280" cy="668160"/>
              </p14:xfrm>
            </p:contentPart>
          </mc:Choice>
          <mc:Fallback xmlns="">
            <p:pic>
              <p:nvPicPr>
                <p:cNvPr id="11" name="Ink 10">
                  <a:extLst>
                    <a:ext uri="{FF2B5EF4-FFF2-40B4-BE49-F238E27FC236}">
                      <a16:creationId xmlns:a16="http://schemas.microsoft.com/office/drawing/2014/main" id="{DF855228-CB40-40C5-B1FD-EAA20A027D50}"/>
                    </a:ext>
                  </a:extLst>
                </p:cNvPr>
                <p:cNvPicPr/>
                <p:nvPr/>
              </p:nvPicPr>
              <p:blipFill>
                <a:blip r:embed="rId15"/>
                <a:stretch>
                  <a:fillRect/>
                </a:stretch>
              </p:blipFill>
              <p:spPr>
                <a:xfrm>
                  <a:off x="9344731" y="2823542"/>
                  <a:ext cx="88920" cy="685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E45FD5B-F192-494F-B13B-0CEA85C8E5BA}"/>
                    </a:ext>
                  </a:extLst>
                </p14:cNvPr>
                <p14:cNvContentPartPr/>
                <p14:nvPr/>
              </p14:nvContentPartPr>
              <p14:xfrm>
                <a:off x="9205771" y="2941982"/>
                <a:ext cx="531360" cy="717840"/>
              </p14:xfrm>
            </p:contentPart>
          </mc:Choice>
          <mc:Fallback xmlns="">
            <p:pic>
              <p:nvPicPr>
                <p:cNvPr id="12" name="Ink 11">
                  <a:extLst>
                    <a:ext uri="{FF2B5EF4-FFF2-40B4-BE49-F238E27FC236}">
                      <a16:creationId xmlns:a16="http://schemas.microsoft.com/office/drawing/2014/main" id="{9E45FD5B-F192-494F-B13B-0CEA85C8E5BA}"/>
                    </a:ext>
                  </a:extLst>
                </p:cNvPr>
                <p:cNvPicPr/>
                <p:nvPr/>
              </p:nvPicPr>
              <p:blipFill>
                <a:blip r:embed="rId17"/>
                <a:stretch>
                  <a:fillRect/>
                </a:stretch>
              </p:blipFill>
              <p:spPr>
                <a:xfrm>
                  <a:off x="9197131" y="2932982"/>
                  <a:ext cx="549000" cy="735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2FCCB476-F30D-4222-8CBD-1D770C111D33}"/>
                    </a:ext>
                  </a:extLst>
                </p14:cNvPr>
                <p14:cNvContentPartPr/>
                <p14:nvPr/>
              </p14:nvContentPartPr>
              <p14:xfrm>
                <a:off x="9840091" y="3152222"/>
                <a:ext cx="337680" cy="461160"/>
              </p14:xfrm>
            </p:contentPart>
          </mc:Choice>
          <mc:Fallback xmlns="">
            <p:pic>
              <p:nvPicPr>
                <p:cNvPr id="13" name="Ink 12">
                  <a:extLst>
                    <a:ext uri="{FF2B5EF4-FFF2-40B4-BE49-F238E27FC236}">
                      <a16:creationId xmlns:a16="http://schemas.microsoft.com/office/drawing/2014/main" id="{2FCCB476-F30D-4222-8CBD-1D770C111D33}"/>
                    </a:ext>
                  </a:extLst>
                </p:cNvPr>
                <p:cNvPicPr/>
                <p:nvPr/>
              </p:nvPicPr>
              <p:blipFill>
                <a:blip r:embed="rId19"/>
                <a:stretch>
                  <a:fillRect/>
                </a:stretch>
              </p:blipFill>
              <p:spPr>
                <a:xfrm>
                  <a:off x="9831091" y="3143222"/>
                  <a:ext cx="355320" cy="478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7D680295-0A82-4A3C-90AD-521405611D24}"/>
                    </a:ext>
                  </a:extLst>
                </p14:cNvPr>
                <p14:cNvContentPartPr/>
                <p14:nvPr/>
              </p14:nvContentPartPr>
              <p14:xfrm>
                <a:off x="10356691" y="3306662"/>
                <a:ext cx="288720" cy="349200"/>
              </p14:xfrm>
            </p:contentPart>
          </mc:Choice>
          <mc:Fallback xmlns="">
            <p:pic>
              <p:nvPicPr>
                <p:cNvPr id="14" name="Ink 13">
                  <a:extLst>
                    <a:ext uri="{FF2B5EF4-FFF2-40B4-BE49-F238E27FC236}">
                      <a16:creationId xmlns:a16="http://schemas.microsoft.com/office/drawing/2014/main" id="{7D680295-0A82-4A3C-90AD-521405611D24}"/>
                    </a:ext>
                  </a:extLst>
                </p:cNvPr>
                <p:cNvPicPr/>
                <p:nvPr/>
              </p:nvPicPr>
              <p:blipFill>
                <a:blip r:embed="rId21"/>
                <a:stretch>
                  <a:fillRect/>
                </a:stretch>
              </p:blipFill>
              <p:spPr>
                <a:xfrm>
                  <a:off x="10348051" y="3297662"/>
                  <a:ext cx="30636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57F8A59E-3705-4EAE-9D3E-DA21E7B4082B}"/>
                    </a:ext>
                  </a:extLst>
                </p14:cNvPr>
                <p14:cNvContentPartPr/>
                <p14:nvPr/>
              </p14:nvContentPartPr>
              <p14:xfrm>
                <a:off x="8376691" y="3339062"/>
                <a:ext cx="636840" cy="531720"/>
              </p14:xfrm>
            </p:contentPart>
          </mc:Choice>
          <mc:Fallback xmlns="">
            <p:pic>
              <p:nvPicPr>
                <p:cNvPr id="15" name="Ink 14">
                  <a:extLst>
                    <a:ext uri="{FF2B5EF4-FFF2-40B4-BE49-F238E27FC236}">
                      <a16:creationId xmlns:a16="http://schemas.microsoft.com/office/drawing/2014/main" id="{57F8A59E-3705-4EAE-9D3E-DA21E7B4082B}"/>
                    </a:ext>
                  </a:extLst>
                </p:cNvPr>
                <p:cNvPicPr/>
                <p:nvPr/>
              </p:nvPicPr>
              <p:blipFill>
                <a:blip r:embed="rId23"/>
                <a:stretch>
                  <a:fillRect/>
                </a:stretch>
              </p:blipFill>
              <p:spPr>
                <a:xfrm>
                  <a:off x="8368051" y="3330062"/>
                  <a:ext cx="654480" cy="549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7CC13DD5-2FE2-4575-B76B-DEE6E93B2C56}"/>
                    </a:ext>
                  </a:extLst>
                </p14:cNvPr>
                <p14:cNvContentPartPr/>
                <p14:nvPr/>
              </p14:nvContentPartPr>
              <p14:xfrm>
                <a:off x="8301091" y="3606182"/>
                <a:ext cx="377640" cy="330120"/>
              </p14:xfrm>
            </p:contentPart>
          </mc:Choice>
          <mc:Fallback xmlns="">
            <p:pic>
              <p:nvPicPr>
                <p:cNvPr id="16" name="Ink 15">
                  <a:extLst>
                    <a:ext uri="{FF2B5EF4-FFF2-40B4-BE49-F238E27FC236}">
                      <a16:creationId xmlns:a16="http://schemas.microsoft.com/office/drawing/2014/main" id="{7CC13DD5-2FE2-4575-B76B-DEE6E93B2C56}"/>
                    </a:ext>
                  </a:extLst>
                </p:cNvPr>
                <p:cNvPicPr/>
                <p:nvPr/>
              </p:nvPicPr>
              <p:blipFill>
                <a:blip r:embed="rId25"/>
                <a:stretch>
                  <a:fillRect/>
                </a:stretch>
              </p:blipFill>
              <p:spPr>
                <a:xfrm>
                  <a:off x="8292451" y="3597542"/>
                  <a:ext cx="395280" cy="347760"/>
                </a:xfrm>
                <a:prstGeom prst="rect">
                  <a:avLst/>
                </a:prstGeom>
              </p:spPr>
            </p:pic>
          </mc:Fallback>
        </mc:AlternateContent>
      </p:grpSp>
      <p:grpSp>
        <p:nvGrpSpPr>
          <p:cNvPr id="27" name="Group 26">
            <a:extLst>
              <a:ext uri="{FF2B5EF4-FFF2-40B4-BE49-F238E27FC236}">
                <a16:creationId xmlns:a16="http://schemas.microsoft.com/office/drawing/2014/main" id="{67794386-8459-48CA-9B9B-2CD11D7F1256}"/>
              </a:ext>
            </a:extLst>
          </p:cNvPr>
          <p:cNvGrpSpPr/>
          <p:nvPr/>
        </p:nvGrpSpPr>
        <p:grpSpPr>
          <a:xfrm>
            <a:off x="6116251" y="4367942"/>
            <a:ext cx="1437480" cy="399240"/>
            <a:chOff x="6116251" y="4367942"/>
            <a:chExt cx="1437480" cy="399240"/>
          </a:xfrm>
        </p:grpSpPr>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7C7CB1B5-0C47-4510-92A3-C213E2F01C58}"/>
                    </a:ext>
                  </a:extLst>
                </p14:cNvPr>
                <p14:cNvContentPartPr/>
                <p14:nvPr/>
              </p14:nvContentPartPr>
              <p14:xfrm>
                <a:off x="6121291" y="4380182"/>
                <a:ext cx="720" cy="309960"/>
              </p14:xfrm>
            </p:contentPart>
          </mc:Choice>
          <mc:Fallback xmlns="">
            <p:pic>
              <p:nvPicPr>
                <p:cNvPr id="18" name="Ink 17">
                  <a:extLst>
                    <a:ext uri="{FF2B5EF4-FFF2-40B4-BE49-F238E27FC236}">
                      <a16:creationId xmlns:a16="http://schemas.microsoft.com/office/drawing/2014/main" id="{7C7CB1B5-0C47-4510-92A3-C213E2F01C58}"/>
                    </a:ext>
                  </a:extLst>
                </p:cNvPr>
                <p:cNvPicPr/>
                <p:nvPr/>
              </p:nvPicPr>
              <p:blipFill>
                <a:blip r:embed="rId27"/>
                <a:stretch>
                  <a:fillRect/>
                </a:stretch>
              </p:blipFill>
              <p:spPr>
                <a:xfrm>
                  <a:off x="6112291" y="4371182"/>
                  <a:ext cx="1836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313AF9D1-8C1B-4807-A0F7-5F821CDB8857}"/>
                    </a:ext>
                  </a:extLst>
                </p14:cNvPr>
                <p14:cNvContentPartPr/>
                <p14:nvPr/>
              </p14:nvContentPartPr>
              <p14:xfrm>
                <a:off x="6116251" y="4367942"/>
                <a:ext cx="329760" cy="309240"/>
              </p14:xfrm>
            </p:contentPart>
          </mc:Choice>
          <mc:Fallback xmlns="">
            <p:pic>
              <p:nvPicPr>
                <p:cNvPr id="19" name="Ink 18">
                  <a:extLst>
                    <a:ext uri="{FF2B5EF4-FFF2-40B4-BE49-F238E27FC236}">
                      <a16:creationId xmlns:a16="http://schemas.microsoft.com/office/drawing/2014/main" id="{313AF9D1-8C1B-4807-A0F7-5F821CDB8857}"/>
                    </a:ext>
                  </a:extLst>
                </p:cNvPr>
                <p:cNvPicPr/>
                <p:nvPr/>
              </p:nvPicPr>
              <p:blipFill>
                <a:blip r:embed="rId29"/>
                <a:stretch>
                  <a:fillRect/>
                </a:stretch>
              </p:blipFill>
              <p:spPr>
                <a:xfrm>
                  <a:off x="6107611" y="4359302"/>
                  <a:ext cx="34740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FEEE4B4-DB3A-4FCB-A2B4-724EF73934E0}"/>
                    </a:ext>
                  </a:extLst>
                </p14:cNvPr>
                <p14:cNvContentPartPr/>
                <p14:nvPr/>
              </p14:nvContentPartPr>
              <p14:xfrm>
                <a:off x="6475891" y="4453262"/>
                <a:ext cx="153000" cy="200880"/>
              </p14:xfrm>
            </p:contentPart>
          </mc:Choice>
          <mc:Fallback xmlns="">
            <p:pic>
              <p:nvPicPr>
                <p:cNvPr id="20" name="Ink 19">
                  <a:extLst>
                    <a:ext uri="{FF2B5EF4-FFF2-40B4-BE49-F238E27FC236}">
                      <a16:creationId xmlns:a16="http://schemas.microsoft.com/office/drawing/2014/main" id="{1FEEE4B4-DB3A-4FCB-A2B4-724EF73934E0}"/>
                    </a:ext>
                  </a:extLst>
                </p:cNvPr>
                <p:cNvPicPr/>
                <p:nvPr/>
              </p:nvPicPr>
              <p:blipFill>
                <a:blip r:embed="rId31"/>
                <a:stretch>
                  <a:fillRect/>
                </a:stretch>
              </p:blipFill>
              <p:spPr>
                <a:xfrm>
                  <a:off x="6466891" y="4444262"/>
                  <a:ext cx="1706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D7959D52-B390-4734-8F18-21BE7DE44662}"/>
                    </a:ext>
                  </a:extLst>
                </p14:cNvPr>
                <p14:cNvContentPartPr/>
                <p14:nvPr/>
              </p14:nvContentPartPr>
              <p14:xfrm>
                <a:off x="6808891" y="4497542"/>
                <a:ext cx="489960" cy="201240"/>
              </p14:xfrm>
            </p:contentPart>
          </mc:Choice>
          <mc:Fallback xmlns="">
            <p:pic>
              <p:nvPicPr>
                <p:cNvPr id="21" name="Ink 20">
                  <a:extLst>
                    <a:ext uri="{FF2B5EF4-FFF2-40B4-BE49-F238E27FC236}">
                      <a16:creationId xmlns:a16="http://schemas.microsoft.com/office/drawing/2014/main" id="{D7959D52-B390-4734-8F18-21BE7DE44662}"/>
                    </a:ext>
                  </a:extLst>
                </p:cNvPr>
                <p:cNvPicPr/>
                <p:nvPr/>
              </p:nvPicPr>
              <p:blipFill>
                <a:blip r:embed="rId33"/>
                <a:stretch>
                  <a:fillRect/>
                </a:stretch>
              </p:blipFill>
              <p:spPr>
                <a:xfrm>
                  <a:off x="6799891" y="4488542"/>
                  <a:ext cx="5076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69A58545-C509-4394-AD6C-31092A8BC4A3}"/>
                    </a:ext>
                  </a:extLst>
                </p14:cNvPr>
                <p14:cNvContentPartPr/>
                <p14:nvPr/>
              </p14:nvContentPartPr>
              <p14:xfrm>
                <a:off x="7439251" y="4651622"/>
                <a:ext cx="46800" cy="29520"/>
              </p14:xfrm>
            </p:contentPart>
          </mc:Choice>
          <mc:Fallback xmlns="">
            <p:pic>
              <p:nvPicPr>
                <p:cNvPr id="22" name="Ink 21">
                  <a:extLst>
                    <a:ext uri="{FF2B5EF4-FFF2-40B4-BE49-F238E27FC236}">
                      <a16:creationId xmlns:a16="http://schemas.microsoft.com/office/drawing/2014/main" id="{69A58545-C509-4394-AD6C-31092A8BC4A3}"/>
                    </a:ext>
                  </a:extLst>
                </p:cNvPr>
                <p:cNvPicPr/>
                <p:nvPr/>
              </p:nvPicPr>
              <p:blipFill>
                <a:blip r:embed="rId35"/>
                <a:stretch>
                  <a:fillRect/>
                </a:stretch>
              </p:blipFill>
              <p:spPr>
                <a:xfrm>
                  <a:off x="7430251" y="4642622"/>
                  <a:ext cx="644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8E9C6B78-1CD5-4924-99F3-21E7FAF6FE39}"/>
                    </a:ext>
                  </a:extLst>
                </p14:cNvPr>
                <p14:cNvContentPartPr/>
                <p14:nvPr/>
              </p14:nvContentPartPr>
              <p14:xfrm>
                <a:off x="7231891" y="4663862"/>
                <a:ext cx="168120" cy="32760"/>
              </p14:xfrm>
            </p:contentPart>
          </mc:Choice>
          <mc:Fallback xmlns="">
            <p:pic>
              <p:nvPicPr>
                <p:cNvPr id="23" name="Ink 22">
                  <a:extLst>
                    <a:ext uri="{FF2B5EF4-FFF2-40B4-BE49-F238E27FC236}">
                      <a16:creationId xmlns:a16="http://schemas.microsoft.com/office/drawing/2014/main" id="{8E9C6B78-1CD5-4924-99F3-21E7FAF6FE39}"/>
                    </a:ext>
                  </a:extLst>
                </p:cNvPr>
                <p:cNvPicPr/>
                <p:nvPr/>
              </p:nvPicPr>
              <p:blipFill>
                <a:blip r:embed="rId37"/>
                <a:stretch>
                  <a:fillRect/>
                </a:stretch>
              </p:blipFill>
              <p:spPr>
                <a:xfrm>
                  <a:off x="7222891" y="4655222"/>
                  <a:ext cx="1857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67FE46A9-13ED-49D1-9CCA-CA93404F08E9}"/>
                    </a:ext>
                  </a:extLst>
                </p14:cNvPr>
                <p14:cNvContentPartPr/>
                <p14:nvPr/>
              </p14:nvContentPartPr>
              <p14:xfrm>
                <a:off x="7520971" y="4448942"/>
                <a:ext cx="32760" cy="271800"/>
              </p14:xfrm>
            </p:contentPart>
          </mc:Choice>
          <mc:Fallback xmlns="">
            <p:pic>
              <p:nvPicPr>
                <p:cNvPr id="24" name="Ink 23">
                  <a:extLst>
                    <a:ext uri="{FF2B5EF4-FFF2-40B4-BE49-F238E27FC236}">
                      <a16:creationId xmlns:a16="http://schemas.microsoft.com/office/drawing/2014/main" id="{67FE46A9-13ED-49D1-9CCA-CA93404F08E9}"/>
                    </a:ext>
                  </a:extLst>
                </p:cNvPr>
                <p:cNvPicPr/>
                <p:nvPr/>
              </p:nvPicPr>
              <p:blipFill>
                <a:blip r:embed="rId39"/>
                <a:stretch>
                  <a:fillRect/>
                </a:stretch>
              </p:blipFill>
              <p:spPr>
                <a:xfrm>
                  <a:off x="7511971" y="4440302"/>
                  <a:ext cx="5040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8BC6702-02A7-4A5E-849B-DFC2B79FE845}"/>
                    </a:ext>
                  </a:extLst>
                </p14:cNvPr>
                <p14:cNvContentPartPr/>
                <p14:nvPr/>
              </p14:nvContentPartPr>
              <p14:xfrm>
                <a:off x="7231891" y="4655582"/>
                <a:ext cx="2880" cy="35280"/>
              </p14:xfrm>
            </p:contentPart>
          </mc:Choice>
          <mc:Fallback xmlns="">
            <p:pic>
              <p:nvPicPr>
                <p:cNvPr id="25" name="Ink 24">
                  <a:extLst>
                    <a:ext uri="{FF2B5EF4-FFF2-40B4-BE49-F238E27FC236}">
                      <a16:creationId xmlns:a16="http://schemas.microsoft.com/office/drawing/2014/main" id="{78BC6702-02A7-4A5E-849B-DFC2B79FE845}"/>
                    </a:ext>
                  </a:extLst>
                </p:cNvPr>
                <p:cNvPicPr/>
                <p:nvPr/>
              </p:nvPicPr>
              <p:blipFill>
                <a:blip r:embed="rId41"/>
                <a:stretch>
                  <a:fillRect/>
                </a:stretch>
              </p:blipFill>
              <p:spPr>
                <a:xfrm>
                  <a:off x="7222891" y="4646942"/>
                  <a:ext cx="205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E0CCC16A-9C00-4990-AC42-BEA1B3B5127A}"/>
                    </a:ext>
                  </a:extLst>
                </p14:cNvPr>
                <p14:cNvContentPartPr/>
                <p14:nvPr/>
              </p14:nvContentPartPr>
              <p14:xfrm>
                <a:off x="7300291" y="4465142"/>
                <a:ext cx="29160" cy="302040"/>
              </p14:xfrm>
            </p:contentPart>
          </mc:Choice>
          <mc:Fallback xmlns="">
            <p:pic>
              <p:nvPicPr>
                <p:cNvPr id="26" name="Ink 25">
                  <a:extLst>
                    <a:ext uri="{FF2B5EF4-FFF2-40B4-BE49-F238E27FC236}">
                      <a16:creationId xmlns:a16="http://schemas.microsoft.com/office/drawing/2014/main" id="{E0CCC16A-9C00-4990-AC42-BEA1B3B5127A}"/>
                    </a:ext>
                  </a:extLst>
                </p:cNvPr>
                <p:cNvPicPr/>
                <p:nvPr/>
              </p:nvPicPr>
              <p:blipFill>
                <a:blip r:embed="rId43"/>
                <a:stretch>
                  <a:fillRect/>
                </a:stretch>
              </p:blipFill>
              <p:spPr>
                <a:xfrm>
                  <a:off x="7291651" y="4456502"/>
                  <a:ext cx="46800" cy="319680"/>
                </a:xfrm>
                <a:prstGeom prst="rect">
                  <a:avLst/>
                </a:prstGeom>
              </p:spPr>
            </p:pic>
          </mc:Fallback>
        </mc:AlternateContent>
      </p:grpSp>
      <p:grpSp>
        <p:nvGrpSpPr>
          <p:cNvPr id="40" name="Group 39">
            <a:extLst>
              <a:ext uri="{FF2B5EF4-FFF2-40B4-BE49-F238E27FC236}">
                <a16:creationId xmlns:a16="http://schemas.microsoft.com/office/drawing/2014/main" id="{2C311078-BA4B-46FA-82A1-006413ED47DC}"/>
              </a:ext>
            </a:extLst>
          </p:cNvPr>
          <p:cNvGrpSpPr/>
          <p:nvPr/>
        </p:nvGrpSpPr>
        <p:grpSpPr>
          <a:xfrm>
            <a:off x="4986931" y="4939622"/>
            <a:ext cx="2959920" cy="1798200"/>
            <a:chOff x="4986931" y="4939622"/>
            <a:chExt cx="2959920" cy="1798200"/>
          </a:xfrm>
        </p:grpSpPr>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78E30CDF-C662-49E7-BE9B-43EAC460A22B}"/>
                    </a:ext>
                  </a:extLst>
                </p14:cNvPr>
                <p14:cNvContentPartPr/>
                <p14:nvPr/>
              </p14:nvContentPartPr>
              <p14:xfrm>
                <a:off x="5064331" y="4939622"/>
                <a:ext cx="563760" cy="759600"/>
              </p14:xfrm>
            </p:contentPart>
          </mc:Choice>
          <mc:Fallback xmlns="">
            <p:pic>
              <p:nvPicPr>
                <p:cNvPr id="28" name="Ink 27">
                  <a:extLst>
                    <a:ext uri="{FF2B5EF4-FFF2-40B4-BE49-F238E27FC236}">
                      <a16:creationId xmlns:a16="http://schemas.microsoft.com/office/drawing/2014/main" id="{78E30CDF-C662-49E7-BE9B-43EAC460A22B}"/>
                    </a:ext>
                  </a:extLst>
                </p:cNvPr>
                <p:cNvPicPr/>
                <p:nvPr/>
              </p:nvPicPr>
              <p:blipFill>
                <a:blip r:embed="rId45"/>
                <a:stretch>
                  <a:fillRect/>
                </a:stretch>
              </p:blipFill>
              <p:spPr>
                <a:xfrm>
                  <a:off x="5055331" y="4930622"/>
                  <a:ext cx="581400" cy="777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7624465D-BBA8-4028-A4AD-9FD434D16BDC}"/>
                    </a:ext>
                  </a:extLst>
                </p14:cNvPr>
                <p14:cNvContentPartPr/>
                <p14:nvPr/>
              </p14:nvContentPartPr>
              <p14:xfrm>
                <a:off x="5526931" y="5697422"/>
                <a:ext cx="369000" cy="263880"/>
              </p14:xfrm>
            </p:contentPart>
          </mc:Choice>
          <mc:Fallback xmlns="">
            <p:pic>
              <p:nvPicPr>
                <p:cNvPr id="29" name="Ink 28">
                  <a:extLst>
                    <a:ext uri="{FF2B5EF4-FFF2-40B4-BE49-F238E27FC236}">
                      <a16:creationId xmlns:a16="http://schemas.microsoft.com/office/drawing/2014/main" id="{7624465D-BBA8-4028-A4AD-9FD434D16BDC}"/>
                    </a:ext>
                  </a:extLst>
                </p:cNvPr>
                <p:cNvPicPr/>
                <p:nvPr/>
              </p:nvPicPr>
              <p:blipFill>
                <a:blip r:embed="rId47"/>
                <a:stretch>
                  <a:fillRect/>
                </a:stretch>
              </p:blipFill>
              <p:spPr>
                <a:xfrm>
                  <a:off x="5517931" y="5688422"/>
                  <a:ext cx="38664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14D0A31B-89F7-4B3A-8475-9632571FE76C}"/>
                    </a:ext>
                  </a:extLst>
                </p14:cNvPr>
                <p14:cNvContentPartPr/>
                <p14:nvPr/>
              </p14:nvContentPartPr>
              <p14:xfrm>
                <a:off x="6011851" y="5612102"/>
                <a:ext cx="20520" cy="590400"/>
              </p14:xfrm>
            </p:contentPart>
          </mc:Choice>
          <mc:Fallback xmlns="">
            <p:pic>
              <p:nvPicPr>
                <p:cNvPr id="30" name="Ink 29">
                  <a:extLst>
                    <a:ext uri="{FF2B5EF4-FFF2-40B4-BE49-F238E27FC236}">
                      <a16:creationId xmlns:a16="http://schemas.microsoft.com/office/drawing/2014/main" id="{14D0A31B-89F7-4B3A-8475-9632571FE76C}"/>
                    </a:ext>
                  </a:extLst>
                </p:cNvPr>
                <p:cNvPicPr/>
                <p:nvPr/>
              </p:nvPicPr>
              <p:blipFill>
                <a:blip r:embed="rId49"/>
                <a:stretch>
                  <a:fillRect/>
                </a:stretch>
              </p:blipFill>
              <p:spPr>
                <a:xfrm>
                  <a:off x="6003211" y="5603462"/>
                  <a:ext cx="3816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5EFE2A9D-A524-4DB2-A509-C958A108900A}"/>
                    </a:ext>
                  </a:extLst>
                </p14:cNvPr>
                <p14:cNvContentPartPr/>
                <p14:nvPr/>
              </p14:nvContentPartPr>
              <p14:xfrm>
                <a:off x="6286891" y="5810462"/>
                <a:ext cx="111600" cy="373320"/>
              </p14:xfrm>
            </p:contentPart>
          </mc:Choice>
          <mc:Fallback xmlns="">
            <p:pic>
              <p:nvPicPr>
                <p:cNvPr id="31" name="Ink 30">
                  <a:extLst>
                    <a:ext uri="{FF2B5EF4-FFF2-40B4-BE49-F238E27FC236}">
                      <a16:creationId xmlns:a16="http://schemas.microsoft.com/office/drawing/2014/main" id="{5EFE2A9D-A524-4DB2-A509-C958A108900A}"/>
                    </a:ext>
                  </a:extLst>
                </p:cNvPr>
                <p:cNvPicPr/>
                <p:nvPr/>
              </p:nvPicPr>
              <p:blipFill>
                <a:blip r:embed="rId51"/>
                <a:stretch>
                  <a:fillRect/>
                </a:stretch>
              </p:blipFill>
              <p:spPr>
                <a:xfrm>
                  <a:off x="6277891" y="5801822"/>
                  <a:ext cx="12924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E2B0E3CC-158F-4185-8A2A-4C4710AF05CD}"/>
                    </a:ext>
                  </a:extLst>
                </p14:cNvPr>
                <p14:cNvContentPartPr/>
                <p14:nvPr/>
              </p14:nvContentPartPr>
              <p14:xfrm>
                <a:off x="6529531" y="5884622"/>
                <a:ext cx="305280" cy="853200"/>
              </p14:xfrm>
            </p:contentPart>
          </mc:Choice>
          <mc:Fallback xmlns="">
            <p:pic>
              <p:nvPicPr>
                <p:cNvPr id="32" name="Ink 31">
                  <a:extLst>
                    <a:ext uri="{FF2B5EF4-FFF2-40B4-BE49-F238E27FC236}">
                      <a16:creationId xmlns:a16="http://schemas.microsoft.com/office/drawing/2014/main" id="{E2B0E3CC-158F-4185-8A2A-4C4710AF05CD}"/>
                    </a:ext>
                  </a:extLst>
                </p:cNvPr>
                <p:cNvPicPr/>
                <p:nvPr/>
              </p:nvPicPr>
              <p:blipFill>
                <a:blip r:embed="rId53"/>
                <a:stretch>
                  <a:fillRect/>
                </a:stretch>
              </p:blipFill>
              <p:spPr>
                <a:xfrm>
                  <a:off x="6520891" y="5875982"/>
                  <a:ext cx="322920" cy="870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B0CEF00C-B6B5-424D-B637-170353F6C3C8}"/>
                    </a:ext>
                  </a:extLst>
                </p14:cNvPr>
                <p14:cNvContentPartPr/>
                <p14:nvPr/>
              </p14:nvContentPartPr>
              <p14:xfrm>
                <a:off x="6943531" y="6000902"/>
                <a:ext cx="6840" cy="342720"/>
              </p14:xfrm>
            </p:contentPart>
          </mc:Choice>
          <mc:Fallback xmlns="">
            <p:pic>
              <p:nvPicPr>
                <p:cNvPr id="33" name="Ink 32">
                  <a:extLst>
                    <a:ext uri="{FF2B5EF4-FFF2-40B4-BE49-F238E27FC236}">
                      <a16:creationId xmlns:a16="http://schemas.microsoft.com/office/drawing/2014/main" id="{B0CEF00C-B6B5-424D-B637-170353F6C3C8}"/>
                    </a:ext>
                  </a:extLst>
                </p:cNvPr>
                <p:cNvPicPr/>
                <p:nvPr/>
              </p:nvPicPr>
              <p:blipFill>
                <a:blip r:embed="rId55"/>
                <a:stretch>
                  <a:fillRect/>
                </a:stretch>
              </p:blipFill>
              <p:spPr>
                <a:xfrm>
                  <a:off x="6934531" y="5992262"/>
                  <a:ext cx="244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8426E75A-D24A-4157-8085-9B1D2203A733}"/>
                    </a:ext>
                  </a:extLst>
                </p14:cNvPr>
                <p14:cNvContentPartPr/>
                <p14:nvPr/>
              </p14:nvContentPartPr>
              <p14:xfrm>
                <a:off x="7012291" y="5871662"/>
                <a:ext cx="5400" cy="10080"/>
              </p14:xfrm>
            </p:contentPart>
          </mc:Choice>
          <mc:Fallback xmlns="">
            <p:pic>
              <p:nvPicPr>
                <p:cNvPr id="34" name="Ink 33">
                  <a:extLst>
                    <a:ext uri="{FF2B5EF4-FFF2-40B4-BE49-F238E27FC236}">
                      <a16:creationId xmlns:a16="http://schemas.microsoft.com/office/drawing/2014/main" id="{8426E75A-D24A-4157-8085-9B1D2203A733}"/>
                    </a:ext>
                  </a:extLst>
                </p:cNvPr>
                <p:cNvPicPr/>
                <p:nvPr/>
              </p:nvPicPr>
              <p:blipFill>
                <a:blip r:embed="rId57"/>
                <a:stretch>
                  <a:fillRect/>
                </a:stretch>
              </p:blipFill>
              <p:spPr>
                <a:xfrm>
                  <a:off x="7003651" y="5862662"/>
                  <a:ext cx="230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CE47C029-A034-45A7-956E-BF0F08B00EA6}"/>
                    </a:ext>
                  </a:extLst>
                </p14:cNvPr>
                <p14:cNvContentPartPr/>
                <p14:nvPr/>
              </p14:nvContentPartPr>
              <p14:xfrm>
                <a:off x="7105531" y="5940422"/>
                <a:ext cx="640080" cy="501840"/>
              </p14:xfrm>
            </p:contentPart>
          </mc:Choice>
          <mc:Fallback xmlns="">
            <p:pic>
              <p:nvPicPr>
                <p:cNvPr id="35" name="Ink 34">
                  <a:extLst>
                    <a:ext uri="{FF2B5EF4-FFF2-40B4-BE49-F238E27FC236}">
                      <a16:creationId xmlns:a16="http://schemas.microsoft.com/office/drawing/2014/main" id="{CE47C029-A034-45A7-956E-BF0F08B00EA6}"/>
                    </a:ext>
                  </a:extLst>
                </p:cNvPr>
                <p:cNvPicPr/>
                <p:nvPr/>
              </p:nvPicPr>
              <p:blipFill>
                <a:blip r:embed="rId59"/>
                <a:stretch>
                  <a:fillRect/>
                </a:stretch>
              </p:blipFill>
              <p:spPr>
                <a:xfrm>
                  <a:off x="7096531" y="5931782"/>
                  <a:ext cx="65772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158AD66C-6125-43C9-85FA-C31D5EA14ED7}"/>
                    </a:ext>
                  </a:extLst>
                </p14:cNvPr>
                <p14:cNvContentPartPr/>
                <p14:nvPr/>
              </p14:nvContentPartPr>
              <p14:xfrm>
                <a:off x="7933891" y="5681222"/>
                <a:ext cx="12960" cy="847800"/>
              </p14:xfrm>
            </p:contentPart>
          </mc:Choice>
          <mc:Fallback xmlns="">
            <p:pic>
              <p:nvPicPr>
                <p:cNvPr id="36" name="Ink 35">
                  <a:extLst>
                    <a:ext uri="{FF2B5EF4-FFF2-40B4-BE49-F238E27FC236}">
                      <a16:creationId xmlns:a16="http://schemas.microsoft.com/office/drawing/2014/main" id="{158AD66C-6125-43C9-85FA-C31D5EA14ED7}"/>
                    </a:ext>
                  </a:extLst>
                </p:cNvPr>
                <p:cNvPicPr/>
                <p:nvPr/>
              </p:nvPicPr>
              <p:blipFill>
                <a:blip r:embed="rId61"/>
                <a:stretch>
                  <a:fillRect/>
                </a:stretch>
              </p:blipFill>
              <p:spPr>
                <a:xfrm>
                  <a:off x="7924891" y="5672222"/>
                  <a:ext cx="30600" cy="865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6B010C50-02C5-43D8-9369-135A6409003E}"/>
                    </a:ext>
                  </a:extLst>
                </p14:cNvPr>
                <p14:cNvContentPartPr/>
                <p14:nvPr/>
              </p14:nvContentPartPr>
              <p14:xfrm>
                <a:off x="4986931" y="4959782"/>
                <a:ext cx="1201680" cy="1063440"/>
              </p14:xfrm>
            </p:contentPart>
          </mc:Choice>
          <mc:Fallback xmlns="">
            <p:pic>
              <p:nvPicPr>
                <p:cNvPr id="38" name="Ink 37">
                  <a:extLst>
                    <a:ext uri="{FF2B5EF4-FFF2-40B4-BE49-F238E27FC236}">
                      <a16:creationId xmlns:a16="http://schemas.microsoft.com/office/drawing/2014/main" id="{6B010C50-02C5-43D8-9369-135A6409003E}"/>
                    </a:ext>
                  </a:extLst>
                </p:cNvPr>
                <p:cNvPicPr/>
                <p:nvPr/>
              </p:nvPicPr>
              <p:blipFill>
                <a:blip r:embed="rId63"/>
                <a:stretch>
                  <a:fillRect/>
                </a:stretch>
              </p:blipFill>
              <p:spPr>
                <a:xfrm>
                  <a:off x="4977931" y="4951142"/>
                  <a:ext cx="1219320" cy="1081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Ink 38">
                  <a:extLst>
                    <a:ext uri="{FF2B5EF4-FFF2-40B4-BE49-F238E27FC236}">
                      <a16:creationId xmlns:a16="http://schemas.microsoft.com/office/drawing/2014/main" id="{936C34B4-C9C5-4F83-B243-E284B1FAC3F9}"/>
                    </a:ext>
                  </a:extLst>
                </p14:cNvPr>
                <p14:cNvContentPartPr/>
                <p14:nvPr/>
              </p14:nvContentPartPr>
              <p14:xfrm>
                <a:off x="5822851" y="5603822"/>
                <a:ext cx="449280" cy="491040"/>
              </p14:xfrm>
            </p:contentPart>
          </mc:Choice>
          <mc:Fallback xmlns="">
            <p:pic>
              <p:nvPicPr>
                <p:cNvPr id="39" name="Ink 38">
                  <a:extLst>
                    <a:ext uri="{FF2B5EF4-FFF2-40B4-BE49-F238E27FC236}">
                      <a16:creationId xmlns:a16="http://schemas.microsoft.com/office/drawing/2014/main" id="{936C34B4-C9C5-4F83-B243-E284B1FAC3F9}"/>
                    </a:ext>
                  </a:extLst>
                </p:cNvPr>
                <p:cNvPicPr/>
                <p:nvPr/>
              </p:nvPicPr>
              <p:blipFill>
                <a:blip r:embed="rId65"/>
                <a:stretch>
                  <a:fillRect/>
                </a:stretch>
              </p:blipFill>
              <p:spPr>
                <a:xfrm>
                  <a:off x="5814211" y="5595182"/>
                  <a:ext cx="466920" cy="50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1292ED07-D257-44FB-8781-86E3DE3A79C8}"/>
                  </a:ext>
                </a:extLst>
              </p14:cNvPr>
              <p14:cNvContentPartPr/>
              <p14:nvPr/>
            </p14:nvContentPartPr>
            <p14:xfrm>
              <a:off x="3530371" y="5335622"/>
              <a:ext cx="4405320" cy="174600"/>
            </p14:xfrm>
          </p:contentPart>
        </mc:Choice>
        <mc:Fallback xmlns="">
          <p:pic>
            <p:nvPicPr>
              <p:cNvPr id="41" name="Ink 40">
                <a:extLst>
                  <a:ext uri="{FF2B5EF4-FFF2-40B4-BE49-F238E27FC236}">
                    <a16:creationId xmlns:a16="http://schemas.microsoft.com/office/drawing/2014/main" id="{1292ED07-D257-44FB-8781-86E3DE3A79C8}"/>
                  </a:ext>
                </a:extLst>
              </p:cNvPr>
              <p:cNvPicPr/>
              <p:nvPr/>
            </p:nvPicPr>
            <p:blipFill>
              <a:blip r:embed="rId67"/>
              <a:stretch>
                <a:fillRect/>
              </a:stretch>
            </p:blipFill>
            <p:spPr>
              <a:xfrm>
                <a:off x="3521371" y="5326622"/>
                <a:ext cx="44229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33A3AAE9-BDB6-411D-84F0-EC1D6AD08FDB}"/>
                  </a:ext>
                </a:extLst>
              </p14:cNvPr>
              <p14:cNvContentPartPr/>
              <p14:nvPr/>
            </p14:nvContentPartPr>
            <p14:xfrm>
              <a:off x="3428851" y="5955542"/>
              <a:ext cx="1710000" cy="9360"/>
            </p14:xfrm>
          </p:contentPart>
        </mc:Choice>
        <mc:Fallback xmlns="">
          <p:pic>
            <p:nvPicPr>
              <p:cNvPr id="42" name="Ink 41">
                <a:extLst>
                  <a:ext uri="{FF2B5EF4-FFF2-40B4-BE49-F238E27FC236}">
                    <a16:creationId xmlns:a16="http://schemas.microsoft.com/office/drawing/2014/main" id="{33A3AAE9-BDB6-411D-84F0-EC1D6AD08FDB}"/>
                  </a:ext>
                </a:extLst>
              </p:cNvPr>
              <p:cNvPicPr/>
              <p:nvPr/>
            </p:nvPicPr>
            <p:blipFill>
              <a:blip r:embed="rId69"/>
              <a:stretch>
                <a:fillRect/>
              </a:stretch>
            </p:blipFill>
            <p:spPr>
              <a:xfrm>
                <a:off x="3420211" y="5946902"/>
                <a:ext cx="1727640" cy="2700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r>
              <a:rPr lang="en-US" sz="2000" dirty="0"/>
              <a:t>(</a:t>
            </a:r>
            <a:r>
              <a:rPr lang="en-GB" sz="2000" b="1" dirty="0"/>
              <a:t>Phases of database design</a:t>
            </a:r>
            <a:r>
              <a:rPr lang="en-US" sz="2000" dirty="0"/>
              <a:t>)</a:t>
            </a: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spcBef>
                <a:spcPts val="1200"/>
              </a:spcBef>
              <a:spcAft>
                <a:spcPts val="0"/>
              </a:spcAft>
              <a:buFont typeface="Wingdings" pitchFamily="2" charset="2"/>
              <a:buChar char="§"/>
            </a:pPr>
            <a:r>
              <a:rPr lang="en-GB" sz="3000" b="1" dirty="0"/>
              <a:t>Logical database design</a:t>
            </a:r>
          </a:p>
          <a:p>
            <a:pPr marL="463550" indent="-463550"/>
            <a:endParaRPr lang="en-GB" sz="3000" b="1" dirty="0"/>
          </a:p>
          <a:p>
            <a:pPr lvl="1">
              <a:lnSpc>
                <a:spcPct val="40000"/>
              </a:lnSpc>
            </a:pPr>
            <a:endParaRPr lang="en-GB" dirty="0"/>
          </a:p>
          <a:p>
            <a:pPr lvl="1" indent="-344488" algn="just"/>
            <a:r>
              <a:rPr lang="en-GB" sz="2800" dirty="0"/>
              <a:t>Process of constructing a model of the data used in an enterprise based on a specific data model (e.g. relational), but independent of a particular DBMS and other physical considerations.</a:t>
            </a:r>
          </a:p>
          <a:p>
            <a:pPr lvl="1" indent="-344488" algn="just">
              <a:lnSpc>
                <a:spcPct val="40000"/>
              </a:lnSpc>
            </a:pPr>
            <a:endParaRPr lang="en-GB" sz="2800" dirty="0"/>
          </a:p>
          <a:p>
            <a:pPr lvl="1" indent="-344488" algn="just"/>
            <a:r>
              <a:rPr lang="en-GB" sz="2800" dirty="0"/>
              <a:t>Conceptual data model is refined and mapped on to a  logical data model. </a:t>
            </a:r>
          </a:p>
          <a:p>
            <a:pPr marL="1262063" lvl="2" indent="-341313" algn="just">
              <a:lnSpc>
                <a:spcPct val="120000"/>
              </a:lnSpc>
            </a:pPr>
            <a:endParaRPr lang="en-US" sz="18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19</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9F9CAE6-5085-4046-A2B7-BD89E466154E}"/>
                  </a:ext>
                </a:extLst>
              </p14:cNvPr>
              <p14:cNvContentPartPr/>
              <p14:nvPr/>
            </p14:nvContentPartPr>
            <p14:xfrm>
              <a:off x="5202211" y="3143942"/>
              <a:ext cx="2932200" cy="28440"/>
            </p14:xfrm>
          </p:contentPart>
        </mc:Choice>
        <mc:Fallback xmlns="">
          <p:pic>
            <p:nvPicPr>
              <p:cNvPr id="5" name="Ink 4">
                <a:extLst>
                  <a:ext uri="{FF2B5EF4-FFF2-40B4-BE49-F238E27FC236}">
                    <a16:creationId xmlns:a16="http://schemas.microsoft.com/office/drawing/2014/main" id="{A9F9CAE6-5085-4046-A2B7-BD89E466154E}"/>
                  </a:ext>
                </a:extLst>
              </p:cNvPr>
              <p:cNvPicPr/>
              <p:nvPr/>
            </p:nvPicPr>
            <p:blipFill>
              <a:blip r:embed="rId3"/>
              <a:stretch>
                <a:fillRect/>
              </a:stretch>
            </p:blipFill>
            <p:spPr>
              <a:xfrm>
                <a:off x="5193211" y="3134942"/>
                <a:ext cx="29498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CFF9F70-AFA7-47FA-ABA1-CFC9DFA89CA9}"/>
                  </a:ext>
                </a:extLst>
              </p14:cNvPr>
              <p14:cNvContentPartPr/>
              <p14:nvPr/>
            </p14:nvContentPartPr>
            <p14:xfrm>
              <a:off x="5430091" y="3480542"/>
              <a:ext cx="3248280" cy="39240"/>
            </p14:xfrm>
          </p:contentPart>
        </mc:Choice>
        <mc:Fallback xmlns="">
          <p:pic>
            <p:nvPicPr>
              <p:cNvPr id="6" name="Ink 5">
                <a:extLst>
                  <a:ext uri="{FF2B5EF4-FFF2-40B4-BE49-F238E27FC236}">
                    <a16:creationId xmlns:a16="http://schemas.microsoft.com/office/drawing/2014/main" id="{9CFF9F70-AFA7-47FA-ABA1-CFC9DFA89CA9}"/>
                  </a:ext>
                </a:extLst>
              </p:cNvPr>
              <p:cNvPicPr/>
              <p:nvPr/>
            </p:nvPicPr>
            <p:blipFill>
              <a:blip r:embed="rId5"/>
              <a:stretch>
                <a:fillRect/>
              </a:stretch>
            </p:blipFill>
            <p:spPr>
              <a:xfrm>
                <a:off x="5421091" y="3471542"/>
                <a:ext cx="32659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4AE8B8E-F2A2-444E-A9F8-A45FE25A5085}"/>
                  </a:ext>
                </a:extLst>
              </p14:cNvPr>
              <p14:cNvContentPartPr/>
              <p14:nvPr/>
            </p14:nvContentPartPr>
            <p14:xfrm>
              <a:off x="3473491" y="3827222"/>
              <a:ext cx="4902480" cy="83520"/>
            </p14:xfrm>
          </p:contentPart>
        </mc:Choice>
        <mc:Fallback xmlns="">
          <p:pic>
            <p:nvPicPr>
              <p:cNvPr id="7" name="Ink 6">
                <a:extLst>
                  <a:ext uri="{FF2B5EF4-FFF2-40B4-BE49-F238E27FC236}">
                    <a16:creationId xmlns:a16="http://schemas.microsoft.com/office/drawing/2014/main" id="{74AE8B8E-F2A2-444E-A9F8-A45FE25A5085}"/>
                  </a:ext>
                </a:extLst>
              </p:cNvPr>
              <p:cNvPicPr/>
              <p:nvPr/>
            </p:nvPicPr>
            <p:blipFill>
              <a:blip r:embed="rId7"/>
              <a:stretch>
                <a:fillRect/>
              </a:stretch>
            </p:blipFill>
            <p:spPr>
              <a:xfrm>
                <a:off x="3464491" y="3818582"/>
                <a:ext cx="4920120" cy="101160"/>
              </a:xfrm>
              <a:prstGeom prst="rect">
                <a:avLst/>
              </a:prstGeom>
            </p:spPr>
          </p:pic>
        </mc:Fallback>
      </mc:AlternateContent>
      <p:grpSp>
        <p:nvGrpSpPr>
          <p:cNvPr id="10" name="Group 9">
            <a:extLst>
              <a:ext uri="{FF2B5EF4-FFF2-40B4-BE49-F238E27FC236}">
                <a16:creationId xmlns:a16="http://schemas.microsoft.com/office/drawing/2014/main" id="{D472750F-A9E6-4D9E-BCB3-E2F670616502}"/>
              </a:ext>
            </a:extLst>
          </p:cNvPr>
          <p:cNvGrpSpPr/>
          <p:nvPr/>
        </p:nvGrpSpPr>
        <p:grpSpPr>
          <a:xfrm>
            <a:off x="3453691" y="4147622"/>
            <a:ext cx="2463120" cy="119520"/>
            <a:chOff x="3453691" y="4147622"/>
            <a:chExt cx="2463120" cy="11952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5469B51-2B3A-4218-A24E-A5BA97F00CB7}"/>
                    </a:ext>
                  </a:extLst>
                </p14:cNvPr>
                <p14:cNvContentPartPr/>
                <p14:nvPr/>
              </p14:nvContentPartPr>
              <p14:xfrm>
                <a:off x="3453691" y="4258502"/>
                <a:ext cx="360" cy="360"/>
              </p14:xfrm>
            </p:contentPart>
          </mc:Choice>
          <mc:Fallback xmlns="">
            <p:pic>
              <p:nvPicPr>
                <p:cNvPr id="8" name="Ink 7">
                  <a:extLst>
                    <a:ext uri="{FF2B5EF4-FFF2-40B4-BE49-F238E27FC236}">
                      <a16:creationId xmlns:a16="http://schemas.microsoft.com/office/drawing/2014/main" id="{55469B51-2B3A-4218-A24E-A5BA97F00CB7}"/>
                    </a:ext>
                  </a:extLst>
                </p:cNvPr>
                <p:cNvPicPr/>
                <p:nvPr/>
              </p:nvPicPr>
              <p:blipFill>
                <a:blip r:embed="rId9"/>
                <a:stretch>
                  <a:fillRect/>
                </a:stretch>
              </p:blipFill>
              <p:spPr>
                <a:xfrm>
                  <a:off x="3444691" y="42498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24441A27-43CA-433B-B968-5F778874559A}"/>
                    </a:ext>
                  </a:extLst>
                </p14:cNvPr>
                <p14:cNvContentPartPr/>
                <p14:nvPr/>
              </p14:nvContentPartPr>
              <p14:xfrm>
                <a:off x="3684811" y="4147622"/>
                <a:ext cx="2232000" cy="119520"/>
              </p14:xfrm>
            </p:contentPart>
          </mc:Choice>
          <mc:Fallback xmlns="">
            <p:pic>
              <p:nvPicPr>
                <p:cNvPr id="9" name="Ink 8">
                  <a:extLst>
                    <a:ext uri="{FF2B5EF4-FFF2-40B4-BE49-F238E27FC236}">
                      <a16:creationId xmlns:a16="http://schemas.microsoft.com/office/drawing/2014/main" id="{24441A27-43CA-433B-B968-5F778874559A}"/>
                    </a:ext>
                  </a:extLst>
                </p:cNvPr>
                <p:cNvPicPr/>
                <p:nvPr/>
              </p:nvPicPr>
              <p:blipFill>
                <a:blip r:embed="rId11"/>
                <a:stretch>
                  <a:fillRect/>
                </a:stretch>
              </p:blipFill>
              <p:spPr>
                <a:xfrm>
                  <a:off x="3676171" y="4138622"/>
                  <a:ext cx="2249640" cy="137160"/>
                </a:xfrm>
                <a:prstGeom prst="rect">
                  <a:avLst/>
                </a:prstGeom>
              </p:spPr>
            </p:pic>
          </mc:Fallback>
        </mc:AlternateContent>
      </p:grpSp>
      <p:grpSp>
        <p:nvGrpSpPr>
          <p:cNvPr id="14" name="Group 13">
            <a:extLst>
              <a:ext uri="{FF2B5EF4-FFF2-40B4-BE49-F238E27FC236}">
                <a16:creationId xmlns:a16="http://schemas.microsoft.com/office/drawing/2014/main" id="{49002A4E-D209-4DC7-A06B-FA71F56647D8}"/>
              </a:ext>
            </a:extLst>
          </p:cNvPr>
          <p:cNvGrpSpPr/>
          <p:nvPr/>
        </p:nvGrpSpPr>
        <p:grpSpPr>
          <a:xfrm>
            <a:off x="4685971" y="2763422"/>
            <a:ext cx="3900960" cy="90720"/>
            <a:chOff x="4685971" y="2763422"/>
            <a:chExt cx="3900960" cy="9072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560F0001-4161-4759-A0A8-ED437D323BD5}"/>
                    </a:ext>
                  </a:extLst>
                </p14:cNvPr>
                <p14:cNvContentPartPr/>
                <p14:nvPr/>
              </p14:nvContentPartPr>
              <p14:xfrm>
                <a:off x="4685971" y="2778182"/>
                <a:ext cx="3609000" cy="75960"/>
              </p14:xfrm>
            </p:contentPart>
          </mc:Choice>
          <mc:Fallback xmlns="">
            <p:pic>
              <p:nvPicPr>
                <p:cNvPr id="11" name="Ink 10">
                  <a:extLst>
                    <a:ext uri="{FF2B5EF4-FFF2-40B4-BE49-F238E27FC236}">
                      <a16:creationId xmlns:a16="http://schemas.microsoft.com/office/drawing/2014/main" id="{560F0001-4161-4759-A0A8-ED437D323BD5}"/>
                    </a:ext>
                  </a:extLst>
                </p:cNvPr>
                <p:cNvPicPr/>
                <p:nvPr/>
              </p:nvPicPr>
              <p:blipFill>
                <a:blip r:embed="rId13"/>
                <a:stretch>
                  <a:fillRect/>
                </a:stretch>
              </p:blipFill>
              <p:spPr>
                <a:xfrm>
                  <a:off x="4677331" y="2769182"/>
                  <a:ext cx="36266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324C4BEA-CA1D-4B3C-878C-FE4CBBC689E8}"/>
                    </a:ext>
                  </a:extLst>
                </p14:cNvPr>
                <p14:cNvContentPartPr/>
                <p14:nvPr/>
              </p14:nvContentPartPr>
              <p14:xfrm>
                <a:off x="8586571" y="2763422"/>
                <a:ext cx="360" cy="360"/>
              </p14:xfrm>
            </p:contentPart>
          </mc:Choice>
          <mc:Fallback xmlns="">
            <p:pic>
              <p:nvPicPr>
                <p:cNvPr id="12" name="Ink 11">
                  <a:extLst>
                    <a:ext uri="{FF2B5EF4-FFF2-40B4-BE49-F238E27FC236}">
                      <a16:creationId xmlns:a16="http://schemas.microsoft.com/office/drawing/2014/main" id="{324C4BEA-CA1D-4B3C-878C-FE4CBBC689E8}"/>
                    </a:ext>
                  </a:extLst>
                </p:cNvPr>
                <p:cNvPicPr/>
                <p:nvPr/>
              </p:nvPicPr>
              <p:blipFill>
                <a:blip r:embed="rId15"/>
                <a:stretch>
                  <a:fillRect/>
                </a:stretch>
              </p:blipFill>
              <p:spPr>
                <a:xfrm>
                  <a:off x="8577571" y="2754422"/>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9EFF781F-C498-4FCB-9042-D6EF9374AB03}"/>
                  </a:ext>
                </a:extLst>
              </p14:cNvPr>
              <p14:cNvContentPartPr/>
              <p14:nvPr/>
            </p14:nvContentPartPr>
            <p14:xfrm>
              <a:off x="3998371" y="3109742"/>
              <a:ext cx="2188080" cy="35640"/>
            </p14:xfrm>
          </p:contentPart>
        </mc:Choice>
        <mc:Fallback xmlns="">
          <p:pic>
            <p:nvPicPr>
              <p:cNvPr id="13" name="Ink 12">
                <a:extLst>
                  <a:ext uri="{FF2B5EF4-FFF2-40B4-BE49-F238E27FC236}">
                    <a16:creationId xmlns:a16="http://schemas.microsoft.com/office/drawing/2014/main" id="{9EFF781F-C498-4FCB-9042-D6EF9374AB03}"/>
                  </a:ext>
                </a:extLst>
              </p:cNvPr>
              <p:cNvPicPr/>
              <p:nvPr/>
            </p:nvPicPr>
            <p:blipFill>
              <a:blip r:embed="rId17"/>
              <a:stretch>
                <a:fillRect/>
              </a:stretch>
            </p:blipFill>
            <p:spPr>
              <a:xfrm>
                <a:off x="3989731" y="3101102"/>
                <a:ext cx="22057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7F4C1335-D688-4930-98F6-5800DF458ED7}"/>
                  </a:ext>
                </a:extLst>
              </p14:cNvPr>
              <p14:cNvContentPartPr/>
              <p14:nvPr/>
            </p14:nvContentPartPr>
            <p14:xfrm>
              <a:off x="4905571" y="4896782"/>
              <a:ext cx="3686040" cy="75960"/>
            </p14:xfrm>
          </p:contentPart>
        </mc:Choice>
        <mc:Fallback xmlns="">
          <p:pic>
            <p:nvPicPr>
              <p:cNvPr id="15" name="Ink 14">
                <a:extLst>
                  <a:ext uri="{FF2B5EF4-FFF2-40B4-BE49-F238E27FC236}">
                    <a16:creationId xmlns:a16="http://schemas.microsoft.com/office/drawing/2014/main" id="{7F4C1335-D688-4930-98F6-5800DF458ED7}"/>
                  </a:ext>
                </a:extLst>
              </p:cNvPr>
              <p:cNvPicPr/>
              <p:nvPr/>
            </p:nvPicPr>
            <p:blipFill>
              <a:blip r:embed="rId19"/>
              <a:stretch>
                <a:fillRect/>
              </a:stretch>
            </p:blipFill>
            <p:spPr>
              <a:xfrm>
                <a:off x="4896571" y="4887782"/>
                <a:ext cx="37036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98A4C95F-F1BD-49CE-BC7E-FBC8A25FCE64}"/>
                  </a:ext>
                </a:extLst>
              </p14:cNvPr>
              <p14:cNvContentPartPr/>
              <p14:nvPr/>
            </p14:nvContentPartPr>
            <p14:xfrm>
              <a:off x="4080091" y="5378462"/>
              <a:ext cx="4346640" cy="80640"/>
            </p14:xfrm>
          </p:contentPart>
        </mc:Choice>
        <mc:Fallback xmlns="">
          <p:pic>
            <p:nvPicPr>
              <p:cNvPr id="16" name="Ink 15">
                <a:extLst>
                  <a:ext uri="{FF2B5EF4-FFF2-40B4-BE49-F238E27FC236}">
                    <a16:creationId xmlns:a16="http://schemas.microsoft.com/office/drawing/2014/main" id="{98A4C95F-F1BD-49CE-BC7E-FBC8A25FCE64}"/>
                  </a:ext>
                </a:extLst>
              </p:cNvPr>
              <p:cNvPicPr/>
              <p:nvPr/>
            </p:nvPicPr>
            <p:blipFill>
              <a:blip r:embed="rId21"/>
              <a:stretch>
                <a:fillRect/>
              </a:stretch>
            </p:blipFill>
            <p:spPr>
              <a:xfrm>
                <a:off x="4071091" y="5369822"/>
                <a:ext cx="4364280" cy="9828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r>
              <a:rPr lang="en-US" sz="2000" dirty="0"/>
              <a:t>(</a:t>
            </a:r>
            <a:r>
              <a:rPr lang="en-GB" sz="2000" b="1" dirty="0"/>
              <a:t>Phases of database design</a:t>
            </a:r>
            <a:r>
              <a:rPr lang="en-US" sz="2000" dirty="0"/>
              <a:t>)</a:t>
            </a: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spcBef>
                <a:spcPts val="1200"/>
              </a:spcBef>
              <a:spcAft>
                <a:spcPts val="0"/>
              </a:spcAft>
              <a:buFont typeface="Wingdings" pitchFamily="2" charset="2"/>
              <a:buChar char="§"/>
            </a:pPr>
            <a:r>
              <a:rPr lang="en-GB" sz="3000" b="1" dirty="0"/>
              <a:t>Physical database design</a:t>
            </a:r>
          </a:p>
          <a:p>
            <a:pPr lvl="1">
              <a:lnSpc>
                <a:spcPct val="40000"/>
              </a:lnSpc>
            </a:pPr>
            <a:endParaRPr lang="en-GB" dirty="0"/>
          </a:p>
          <a:p>
            <a:pPr lvl="1" indent="-344488" algn="just"/>
            <a:r>
              <a:rPr lang="en-GB" sz="2800" dirty="0"/>
              <a:t>Process of producing a description of the database implementation on secondary storage.</a:t>
            </a:r>
          </a:p>
          <a:p>
            <a:pPr lvl="1" indent="-344488" algn="just">
              <a:lnSpc>
                <a:spcPct val="40000"/>
              </a:lnSpc>
            </a:pPr>
            <a:endParaRPr lang="en-GB" sz="2800" dirty="0"/>
          </a:p>
          <a:p>
            <a:pPr lvl="1" indent="-344488" algn="just"/>
            <a:r>
              <a:rPr lang="en-GB" sz="2800" dirty="0"/>
              <a:t>Describes base relations, file organizations, and indexes used to achieve efficient access to data. Also describes any associated integrity constraints and security measures.</a:t>
            </a:r>
          </a:p>
          <a:p>
            <a:pPr lvl="1" indent="-344488" algn="just">
              <a:lnSpc>
                <a:spcPct val="40000"/>
              </a:lnSpc>
            </a:pPr>
            <a:endParaRPr lang="en-GB" sz="2800" dirty="0"/>
          </a:p>
          <a:p>
            <a:pPr lvl="1" indent="-344488" algn="just"/>
            <a:r>
              <a:rPr lang="en-GB" sz="2800" dirty="0"/>
              <a:t>Tailored to a specific DBMS system.</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20</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219FC0C-1CE7-4EA2-8762-C4911C0340BC}"/>
                  </a:ext>
                </a:extLst>
              </p14:cNvPr>
              <p14:cNvContentPartPr/>
              <p14:nvPr/>
            </p14:nvContentPartPr>
            <p14:xfrm>
              <a:off x="6357091" y="1887542"/>
              <a:ext cx="2164680" cy="72000"/>
            </p14:xfrm>
          </p:contentPart>
        </mc:Choice>
        <mc:Fallback xmlns="">
          <p:pic>
            <p:nvPicPr>
              <p:cNvPr id="5" name="Ink 4">
                <a:extLst>
                  <a:ext uri="{FF2B5EF4-FFF2-40B4-BE49-F238E27FC236}">
                    <a16:creationId xmlns:a16="http://schemas.microsoft.com/office/drawing/2014/main" id="{4219FC0C-1CE7-4EA2-8762-C4911C0340BC}"/>
                  </a:ext>
                </a:extLst>
              </p:cNvPr>
              <p:cNvPicPr/>
              <p:nvPr/>
            </p:nvPicPr>
            <p:blipFill>
              <a:blip r:embed="rId3"/>
              <a:stretch>
                <a:fillRect/>
              </a:stretch>
            </p:blipFill>
            <p:spPr>
              <a:xfrm>
                <a:off x="6348451" y="1878542"/>
                <a:ext cx="21823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CDD1D3B-E7BB-4717-942F-FA1FAFBFFA63}"/>
                  </a:ext>
                </a:extLst>
              </p14:cNvPr>
              <p14:cNvContentPartPr/>
              <p14:nvPr/>
            </p14:nvContentPartPr>
            <p14:xfrm>
              <a:off x="3925291" y="2269142"/>
              <a:ext cx="4372200" cy="44640"/>
            </p14:xfrm>
          </p:contentPart>
        </mc:Choice>
        <mc:Fallback xmlns="">
          <p:pic>
            <p:nvPicPr>
              <p:cNvPr id="6" name="Ink 5">
                <a:extLst>
                  <a:ext uri="{FF2B5EF4-FFF2-40B4-BE49-F238E27FC236}">
                    <a16:creationId xmlns:a16="http://schemas.microsoft.com/office/drawing/2014/main" id="{ACDD1D3B-E7BB-4717-942F-FA1FAFBFFA63}"/>
                  </a:ext>
                </a:extLst>
              </p:cNvPr>
              <p:cNvPicPr/>
              <p:nvPr/>
            </p:nvPicPr>
            <p:blipFill>
              <a:blip r:embed="rId5"/>
              <a:stretch>
                <a:fillRect/>
              </a:stretch>
            </p:blipFill>
            <p:spPr>
              <a:xfrm>
                <a:off x="3916651" y="2260142"/>
                <a:ext cx="4389840" cy="62280"/>
              </a:xfrm>
              <a:prstGeom prst="rect">
                <a:avLst/>
              </a:prstGeom>
            </p:spPr>
          </p:pic>
        </mc:Fallback>
      </mc:AlternateContent>
      <p:grpSp>
        <p:nvGrpSpPr>
          <p:cNvPr id="9" name="Group 8">
            <a:extLst>
              <a:ext uri="{FF2B5EF4-FFF2-40B4-BE49-F238E27FC236}">
                <a16:creationId xmlns:a16="http://schemas.microsoft.com/office/drawing/2014/main" id="{4342940D-707C-421E-9B1D-CA1DDD27F7EB}"/>
              </a:ext>
            </a:extLst>
          </p:cNvPr>
          <p:cNvGrpSpPr/>
          <p:nvPr/>
        </p:nvGrpSpPr>
        <p:grpSpPr>
          <a:xfrm>
            <a:off x="3497971" y="2686742"/>
            <a:ext cx="2972160" cy="100080"/>
            <a:chOff x="3497971" y="2686742"/>
            <a:chExt cx="2972160" cy="10008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3957AAA-C94F-47B9-9ADF-0D437F66E031}"/>
                    </a:ext>
                  </a:extLst>
                </p14:cNvPr>
                <p14:cNvContentPartPr/>
                <p14:nvPr/>
              </p14:nvContentPartPr>
              <p14:xfrm>
                <a:off x="3497971" y="2686742"/>
                <a:ext cx="211320" cy="46440"/>
              </p14:xfrm>
            </p:contentPart>
          </mc:Choice>
          <mc:Fallback xmlns="">
            <p:pic>
              <p:nvPicPr>
                <p:cNvPr id="7" name="Ink 6">
                  <a:extLst>
                    <a:ext uri="{FF2B5EF4-FFF2-40B4-BE49-F238E27FC236}">
                      <a16:creationId xmlns:a16="http://schemas.microsoft.com/office/drawing/2014/main" id="{53957AAA-C94F-47B9-9ADF-0D437F66E031}"/>
                    </a:ext>
                  </a:extLst>
                </p:cNvPr>
                <p:cNvPicPr/>
                <p:nvPr/>
              </p:nvPicPr>
              <p:blipFill>
                <a:blip r:embed="rId7"/>
                <a:stretch>
                  <a:fillRect/>
                </a:stretch>
              </p:blipFill>
              <p:spPr>
                <a:xfrm>
                  <a:off x="3488971" y="2677742"/>
                  <a:ext cx="2289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D6506A0-3543-4C94-B9EF-1DEB0DA9B564}"/>
                    </a:ext>
                  </a:extLst>
                </p14:cNvPr>
                <p14:cNvContentPartPr/>
                <p14:nvPr/>
              </p14:nvContentPartPr>
              <p14:xfrm>
                <a:off x="3949411" y="2763062"/>
                <a:ext cx="2520720" cy="23760"/>
              </p14:xfrm>
            </p:contentPart>
          </mc:Choice>
          <mc:Fallback xmlns="">
            <p:pic>
              <p:nvPicPr>
                <p:cNvPr id="8" name="Ink 7">
                  <a:extLst>
                    <a:ext uri="{FF2B5EF4-FFF2-40B4-BE49-F238E27FC236}">
                      <a16:creationId xmlns:a16="http://schemas.microsoft.com/office/drawing/2014/main" id="{CD6506A0-3543-4C94-B9EF-1DEB0DA9B564}"/>
                    </a:ext>
                  </a:extLst>
                </p:cNvPr>
                <p:cNvPicPr/>
                <p:nvPr/>
              </p:nvPicPr>
              <p:blipFill>
                <a:blip r:embed="rId9"/>
                <a:stretch>
                  <a:fillRect/>
                </a:stretch>
              </p:blipFill>
              <p:spPr>
                <a:xfrm>
                  <a:off x="3940411" y="2754062"/>
                  <a:ext cx="253836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26BEF860-CDF0-4952-8A0C-D183293823B8}"/>
                  </a:ext>
                </a:extLst>
              </p14:cNvPr>
              <p14:cNvContentPartPr/>
              <p14:nvPr/>
            </p14:nvContentPartPr>
            <p14:xfrm>
              <a:off x="5214811" y="3373622"/>
              <a:ext cx="2743560" cy="39960"/>
            </p14:xfrm>
          </p:contentPart>
        </mc:Choice>
        <mc:Fallback xmlns="">
          <p:pic>
            <p:nvPicPr>
              <p:cNvPr id="10" name="Ink 9">
                <a:extLst>
                  <a:ext uri="{FF2B5EF4-FFF2-40B4-BE49-F238E27FC236}">
                    <a16:creationId xmlns:a16="http://schemas.microsoft.com/office/drawing/2014/main" id="{26BEF860-CDF0-4952-8A0C-D183293823B8}"/>
                  </a:ext>
                </a:extLst>
              </p:cNvPr>
              <p:cNvPicPr/>
              <p:nvPr/>
            </p:nvPicPr>
            <p:blipFill>
              <a:blip r:embed="rId11"/>
              <a:stretch>
                <a:fillRect/>
              </a:stretch>
            </p:blipFill>
            <p:spPr>
              <a:xfrm>
                <a:off x="5205811" y="3364622"/>
                <a:ext cx="2761200" cy="57600"/>
              </a:xfrm>
              <a:prstGeom prst="rect">
                <a:avLst/>
              </a:prstGeom>
            </p:spPr>
          </p:pic>
        </mc:Fallback>
      </mc:AlternateContent>
      <p:grpSp>
        <p:nvGrpSpPr>
          <p:cNvPr id="15" name="Group 14">
            <a:extLst>
              <a:ext uri="{FF2B5EF4-FFF2-40B4-BE49-F238E27FC236}">
                <a16:creationId xmlns:a16="http://schemas.microsoft.com/office/drawing/2014/main" id="{4848EB11-2795-40F0-9DE2-343510D49340}"/>
              </a:ext>
            </a:extLst>
          </p:cNvPr>
          <p:cNvGrpSpPr/>
          <p:nvPr/>
        </p:nvGrpSpPr>
        <p:grpSpPr>
          <a:xfrm>
            <a:off x="3465571" y="3679262"/>
            <a:ext cx="4780800" cy="178920"/>
            <a:chOff x="3465571" y="3679262"/>
            <a:chExt cx="4780800" cy="17892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E5880C2D-C3BC-40BE-A1D1-14AB17340BBB}"/>
                    </a:ext>
                  </a:extLst>
                </p14:cNvPr>
                <p14:cNvContentPartPr/>
                <p14:nvPr/>
              </p14:nvContentPartPr>
              <p14:xfrm>
                <a:off x="3465571" y="3852782"/>
                <a:ext cx="5040" cy="5400"/>
              </p14:xfrm>
            </p:contentPart>
          </mc:Choice>
          <mc:Fallback xmlns="">
            <p:pic>
              <p:nvPicPr>
                <p:cNvPr id="11" name="Ink 10">
                  <a:extLst>
                    <a:ext uri="{FF2B5EF4-FFF2-40B4-BE49-F238E27FC236}">
                      <a16:creationId xmlns:a16="http://schemas.microsoft.com/office/drawing/2014/main" id="{E5880C2D-C3BC-40BE-A1D1-14AB17340BBB}"/>
                    </a:ext>
                  </a:extLst>
                </p:cNvPr>
                <p:cNvPicPr/>
                <p:nvPr/>
              </p:nvPicPr>
              <p:blipFill>
                <a:blip r:embed="rId13"/>
                <a:stretch>
                  <a:fillRect/>
                </a:stretch>
              </p:blipFill>
              <p:spPr>
                <a:xfrm>
                  <a:off x="3456571" y="3843782"/>
                  <a:ext cx="2268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61D50A38-5C47-443D-9A1A-5591ADBB5AD4}"/>
                    </a:ext>
                  </a:extLst>
                </p14:cNvPr>
                <p14:cNvContentPartPr/>
                <p14:nvPr/>
              </p14:nvContentPartPr>
              <p14:xfrm>
                <a:off x="3684811" y="3792662"/>
                <a:ext cx="13680" cy="360"/>
              </p14:xfrm>
            </p:contentPart>
          </mc:Choice>
          <mc:Fallback xmlns="">
            <p:pic>
              <p:nvPicPr>
                <p:cNvPr id="12" name="Ink 11">
                  <a:extLst>
                    <a:ext uri="{FF2B5EF4-FFF2-40B4-BE49-F238E27FC236}">
                      <a16:creationId xmlns:a16="http://schemas.microsoft.com/office/drawing/2014/main" id="{61D50A38-5C47-443D-9A1A-5591ADBB5AD4}"/>
                    </a:ext>
                  </a:extLst>
                </p:cNvPr>
                <p:cNvPicPr/>
                <p:nvPr/>
              </p:nvPicPr>
              <p:blipFill>
                <a:blip r:embed="rId15"/>
                <a:stretch>
                  <a:fillRect/>
                </a:stretch>
              </p:blipFill>
              <p:spPr>
                <a:xfrm>
                  <a:off x="3676171" y="3783662"/>
                  <a:ext cx="31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42E62649-45F1-463A-BE96-1822DCFD6D5C}"/>
                    </a:ext>
                  </a:extLst>
                </p14:cNvPr>
                <p14:cNvContentPartPr/>
                <p14:nvPr/>
              </p14:nvContentPartPr>
              <p14:xfrm>
                <a:off x="3945811" y="3792302"/>
                <a:ext cx="1884960" cy="61560"/>
              </p14:xfrm>
            </p:contentPart>
          </mc:Choice>
          <mc:Fallback xmlns="">
            <p:pic>
              <p:nvPicPr>
                <p:cNvPr id="13" name="Ink 12">
                  <a:extLst>
                    <a:ext uri="{FF2B5EF4-FFF2-40B4-BE49-F238E27FC236}">
                      <a16:creationId xmlns:a16="http://schemas.microsoft.com/office/drawing/2014/main" id="{42E62649-45F1-463A-BE96-1822DCFD6D5C}"/>
                    </a:ext>
                  </a:extLst>
                </p:cNvPr>
                <p:cNvPicPr/>
                <p:nvPr/>
              </p:nvPicPr>
              <p:blipFill>
                <a:blip r:embed="rId17"/>
                <a:stretch>
                  <a:fillRect/>
                </a:stretch>
              </p:blipFill>
              <p:spPr>
                <a:xfrm>
                  <a:off x="3936811" y="3783302"/>
                  <a:ext cx="19026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26B0B45C-D0C7-43A8-9A17-A4451C773C44}"/>
                    </a:ext>
                  </a:extLst>
                </p14:cNvPr>
                <p14:cNvContentPartPr/>
                <p14:nvPr/>
              </p14:nvContentPartPr>
              <p14:xfrm>
                <a:off x="6080971" y="3679262"/>
                <a:ext cx="2165400" cy="82080"/>
              </p14:xfrm>
            </p:contentPart>
          </mc:Choice>
          <mc:Fallback xmlns="">
            <p:pic>
              <p:nvPicPr>
                <p:cNvPr id="14" name="Ink 13">
                  <a:extLst>
                    <a:ext uri="{FF2B5EF4-FFF2-40B4-BE49-F238E27FC236}">
                      <a16:creationId xmlns:a16="http://schemas.microsoft.com/office/drawing/2014/main" id="{26B0B45C-D0C7-43A8-9A17-A4451C773C44}"/>
                    </a:ext>
                  </a:extLst>
                </p:cNvPr>
                <p:cNvPicPr/>
                <p:nvPr/>
              </p:nvPicPr>
              <p:blipFill>
                <a:blip r:embed="rId19"/>
                <a:stretch>
                  <a:fillRect/>
                </a:stretch>
              </p:blipFill>
              <p:spPr>
                <a:xfrm>
                  <a:off x="6071971" y="3670262"/>
                  <a:ext cx="2183040" cy="99720"/>
                </a:xfrm>
                <a:prstGeom prst="rect">
                  <a:avLst/>
                </a:prstGeom>
              </p:spPr>
            </p:pic>
          </mc:Fallback>
        </mc:AlternateContent>
      </p:grpSp>
      <p:grpSp>
        <p:nvGrpSpPr>
          <p:cNvPr id="18" name="Group 17">
            <a:extLst>
              <a:ext uri="{FF2B5EF4-FFF2-40B4-BE49-F238E27FC236}">
                <a16:creationId xmlns:a16="http://schemas.microsoft.com/office/drawing/2014/main" id="{18ADACF1-23D3-42A9-909E-2072F5AE1B36}"/>
              </a:ext>
            </a:extLst>
          </p:cNvPr>
          <p:cNvGrpSpPr/>
          <p:nvPr/>
        </p:nvGrpSpPr>
        <p:grpSpPr>
          <a:xfrm>
            <a:off x="3945811" y="4165622"/>
            <a:ext cx="4357080" cy="78120"/>
            <a:chOff x="3945811" y="4165622"/>
            <a:chExt cx="4357080" cy="78120"/>
          </a:xfrm>
        </p:grpSpPr>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A224A3CE-9288-42D0-B4D3-3ADDE26C8CA8}"/>
                    </a:ext>
                  </a:extLst>
                </p14:cNvPr>
                <p14:cNvContentPartPr/>
                <p14:nvPr/>
              </p14:nvContentPartPr>
              <p14:xfrm>
                <a:off x="3945811" y="4182542"/>
                <a:ext cx="2543400" cy="61200"/>
              </p14:xfrm>
            </p:contentPart>
          </mc:Choice>
          <mc:Fallback xmlns="">
            <p:pic>
              <p:nvPicPr>
                <p:cNvPr id="16" name="Ink 15">
                  <a:extLst>
                    <a:ext uri="{FF2B5EF4-FFF2-40B4-BE49-F238E27FC236}">
                      <a16:creationId xmlns:a16="http://schemas.microsoft.com/office/drawing/2014/main" id="{A224A3CE-9288-42D0-B4D3-3ADDE26C8CA8}"/>
                    </a:ext>
                  </a:extLst>
                </p:cNvPr>
                <p:cNvPicPr/>
                <p:nvPr/>
              </p:nvPicPr>
              <p:blipFill>
                <a:blip r:embed="rId21"/>
                <a:stretch>
                  <a:fillRect/>
                </a:stretch>
              </p:blipFill>
              <p:spPr>
                <a:xfrm>
                  <a:off x="3936811" y="4173542"/>
                  <a:ext cx="25610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B9E8E6A6-056E-4319-98A8-971DC8556EF5}"/>
                    </a:ext>
                  </a:extLst>
                </p14:cNvPr>
                <p14:cNvContentPartPr/>
                <p14:nvPr/>
              </p14:nvContentPartPr>
              <p14:xfrm>
                <a:off x="6329011" y="4165622"/>
                <a:ext cx="1973880" cy="36720"/>
              </p14:xfrm>
            </p:contentPart>
          </mc:Choice>
          <mc:Fallback xmlns="">
            <p:pic>
              <p:nvPicPr>
                <p:cNvPr id="17" name="Ink 16">
                  <a:extLst>
                    <a:ext uri="{FF2B5EF4-FFF2-40B4-BE49-F238E27FC236}">
                      <a16:creationId xmlns:a16="http://schemas.microsoft.com/office/drawing/2014/main" id="{B9E8E6A6-056E-4319-98A8-971DC8556EF5}"/>
                    </a:ext>
                  </a:extLst>
                </p:cNvPr>
                <p:cNvPicPr/>
                <p:nvPr/>
              </p:nvPicPr>
              <p:blipFill>
                <a:blip r:embed="rId23"/>
                <a:stretch>
                  <a:fillRect/>
                </a:stretch>
              </p:blipFill>
              <p:spPr>
                <a:xfrm>
                  <a:off x="6320371" y="4156622"/>
                  <a:ext cx="1991520" cy="5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DF54D445-6CCA-45D0-B07F-FFE16F024B09}"/>
                  </a:ext>
                </a:extLst>
              </p14:cNvPr>
              <p14:cNvContentPartPr/>
              <p14:nvPr/>
            </p14:nvContentPartPr>
            <p14:xfrm>
              <a:off x="3656731" y="4887422"/>
              <a:ext cx="3318120" cy="59400"/>
            </p14:xfrm>
          </p:contentPart>
        </mc:Choice>
        <mc:Fallback xmlns="">
          <p:pic>
            <p:nvPicPr>
              <p:cNvPr id="19" name="Ink 18">
                <a:extLst>
                  <a:ext uri="{FF2B5EF4-FFF2-40B4-BE49-F238E27FC236}">
                    <a16:creationId xmlns:a16="http://schemas.microsoft.com/office/drawing/2014/main" id="{DF54D445-6CCA-45D0-B07F-FFE16F024B09}"/>
                  </a:ext>
                </a:extLst>
              </p:cNvPr>
              <p:cNvPicPr/>
              <p:nvPr/>
            </p:nvPicPr>
            <p:blipFill>
              <a:blip r:embed="rId25"/>
              <a:stretch>
                <a:fillRect/>
              </a:stretch>
            </p:blipFill>
            <p:spPr>
              <a:xfrm>
                <a:off x="3648091" y="4878782"/>
                <a:ext cx="33357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5CB51858-88E3-4368-A5BC-DFE42A255572}"/>
                  </a:ext>
                </a:extLst>
              </p14:cNvPr>
              <p14:cNvContentPartPr/>
              <p14:nvPr/>
            </p14:nvContentPartPr>
            <p14:xfrm>
              <a:off x="7553011" y="4955822"/>
              <a:ext cx="892440" cy="45720"/>
            </p14:xfrm>
          </p:contentPart>
        </mc:Choice>
        <mc:Fallback xmlns="">
          <p:pic>
            <p:nvPicPr>
              <p:cNvPr id="20" name="Ink 19">
                <a:extLst>
                  <a:ext uri="{FF2B5EF4-FFF2-40B4-BE49-F238E27FC236}">
                    <a16:creationId xmlns:a16="http://schemas.microsoft.com/office/drawing/2014/main" id="{5CB51858-88E3-4368-A5BC-DFE42A255572}"/>
                  </a:ext>
                </a:extLst>
              </p:cNvPr>
              <p:cNvPicPr/>
              <p:nvPr/>
            </p:nvPicPr>
            <p:blipFill>
              <a:blip r:embed="rId27"/>
              <a:stretch>
                <a:fillRect/>
              </a:stretch>
            </p:blipFill>
            <p:spPr>
              <a:xfrm>
                <a:off x="7544371" y="4946822"/>
                <a:ext cx="9100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07B9F4C5-8FB1-4230-9FFF-A7BED8493E13}"/>
                  </a:ext>
                </a:extLst>
              </p14:cNvPr>
              <p14:cNvContentPartPr/>
              <p14:nvPr/>
            </p14:nvContentPartPr>
            <p14:xfrm>
              <a:off x="3684811" y="5276222"/>
              <a:ext cx="1433520" cy="88920"/>
            </p14:xfrm>
          </p:contentPart>
        </mc:Choice>
        <mc:Fallback xmlns="">
          <p:pic>
            <p:nvPicPr>
              <p:cNvPr id="21" name="Ink 20">
                <a:extLst>
                  <a:ext uri="{FF2B5EF4-FFF2-40B4-BE49-F238E27FC236}">
                    <a16:creationId xmlns:a16="http://schemas.microsoft.com/office/drawing/2014/main" id="{07B9F4C5-8FB1-4230-9FFF-A7BED8493E13}"/>
                  </a:ext>
                </a:extLst>
              </p:cNvPr>
              <p:cNvPicPr/>
              <p:nvPr/>
            </p:nvPicPr>
            <p:blipFill>
              <a:blip r:embed="rId29"/>
              <a:stretch>
                <a:fillRect/>
              </a:stretch>
            </p:blipFill>
            <p:spPr>
              <a:xfrm>
                <a:off x="3676171" y="5267222"/>
                <a:ext cx="1451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11FD2A69-8C67-4BC7-A7A6-A0081AFD44CD}"/>
                  </a:ext>
                </a:extLst>
              </p14:cNvPr>
              <p14:cNvContentPartPr/>
              <p14:nvPr/>
            </p14:nvContentPartPr>
            <p14:xfrm>
              <a:off x="7276891" y="1491902"/>
              <a:ext cx="1700280" cy="1375200"/>
            </p14:xfrm>
          </p:contentPart>
        </mc:Choice>
        <mc:Fallback xmlns="">
          <p:pic>
            <p:nvPicPr>
              <p:cNvPr id="22" name="Ink 21">
                <a:extLst>
                  <a:ext uri="{FF2B5EF4-FFF2-40B4-BE49-F238E27FC236}">
                    <a16:creationId xmlns:a16="http://schemas.microsoft.com/office/drawing/2014/main" id="{11FD2A69-8C67-4BC7-A7A6-A0081AFD44CD}"/>
                  </a:ext>
                </a:extLst>
              </p:cNvPr>
              <p:cNvPicPr/>
              <p:nvPr/>
            </p:nvPicPr>
            <p:blipFill>
              <a:blip r:embed="rId31"/>
              <a:stretch>
                <a:fillRect/>
              </a:stretch>
            </p:blipFill>
            <p:spPr>
              <a:xfrm>
                <a:off x="7267891" y="1483262"/>
                <a:ext cx="1717920" cy="139284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r>
              <a:rPr lang="en-US" sz="2000" dirty="0"/>
              <a:t>(</a:t>
            </a:r>
            <a:r>
              <a:rPr lang="en-GB" sz="2000" b="1" dirty="0"/>
              <a:t>Phases of database design</a:t>
            </a:r>
            <a:r>
              <a:rPr lang="en-US" sz="2000" dirty="0"/>
              <a:t>)</a:t>
            </a: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spcBef>
                <a:spcPts val="1200"/>
              </a:spcBef>
              <a:spcAft>
                <a:spcPts val="0"/>
              </a:spcAft>
              <a:buFont typeface="Wingdings" pitchFamily="2" charset="2"/>
              <a:buChar char="§"/>
            </a:pPr>
            <a:r>
              <a:rPr lang="en-AU" sz="2400" b="1" dirty="0">
                <a:cs typeface="Times New Roman" pitchFamily="18" charset="0"/>
              </a:rPr>
              <a:t>Three-Level ANSI-SPARC Architecture and Phases of Database Design</a:t>
            </a:r>
          </a:p>
          <a:p>
            <a:pPr marL="463550" lvl="1" indent="-463550">
              <a:spcBef>
                <a:spcPts val="1200"/>
              </a:spcBef>
              <a:spcAft>
                <a:spcPts val="0"/>
              </a:spcAft>
              <a:buFont typeface="Wingdings" pitchFamily="2" charset="2"/>
              <a:buChar char="§"/>
            </a:pPr>
            <a:r>
              <a:rPr lang="en-GB" sz="2400" dirty="0"/>
              <a:t> </a:t>
            </a:r>
            <a:endParaRPr lang="en-GB" sz="2400" b="1" dirty="0"/>
          </a:p>
          <a:p>
            <a:pPr marL="463550" lvl="1" indent="-463550">
              <a:spcBef>
                <a:spcPts val="1200"/>
              </a:spcBef>
              <a:spcAft>
                <a:spcPts val="0"/>
              </a:spcAft>
              <a:buFont typeface="Wingdings" pitchFamily="2" charset="2"/>
              <a:buChar char="§"/>
            </a:pPr>
            <a:endParaRPr lang="en-GB" sz="3000" b="1" dirty="0"/>
          </a:p>
          <a:p>
            <a:pPr marL="463550" lvl="1" indent="-463550">
              <a:spcBef>
                <a:spcPts val="1200"/>
              </a:spcBef>
              <a:spcAft>
                <a:spcPts val="0"/>
              </a:spcAft>
              <a:buFont typeface="Wingdings" pitchFamily="2" charset="2"/>
              <a:buChar char="§"/>
            </a:pPr>
            <a:endParaRPr lang="en-GB" sz="3000" b="1" dirty="0"/>
          </a:p>
          <a:p>
            <a:pPr marL="463550" lvl="1" indent="-463550">
              <a:spcBef>
                <a:spcPts val="1200"/>
              </a:spcBef>
              <a:spcAft>
                <a:spcPts val="0"/>
              </a:spcAft>
              <a:buFont typeface="Wingdings" pitchFamily="2" charset="2"/>
              <a:buChar char="§"/>
            </a:pPr>
            <a:endParaRPr lang="en-GB" sz="3000" b="1" dirty="0"/>
          </a:p>
          <a:p>
            <a:pPr marL="463550" lvl="1" indent="-463550">
              <a:spcBef>
                <a:spcPts val="1200"/>
              </a:spcBef>
              <a:spcAft>
                <a:spcPts val="0"/>
              </a:spcAft>
              <a:buFont typeface="Wingdings" pitchFamily="2" charset="2"/>
              <a:buChar char="§"/>
            </a:pPr>
            <a:endParaRPr lang="en-GB" sz="3000" b="1" dirty="0"/>
          </a:p>
          <a:p>
            <a:pPr marL="463550" lvl="1" indent="-463550">
              <a:spcBef>
                <a:spcPts val="1200"/>
              </a:spcBef>
              <a:spcAft>
                <a:spcPts val="0"/>
              </a:spcAft>
              <a:buFont typeface="Wingdings" pitchFamily="2" charset="2"/>
              <a:buChar char="§"/>
            </a:pPr>
            <a:endParaRPr lang="en-GB" sz="3000" b="1" dirty="0"/>
          </a:p>
          <a:p>
            <a:pPr marL="463550" lvl="1" indent="-463550">
              <a:spcBef>
                <a:spcPts val="1200"/>
              </a:spcBef>
              <a:spcAft>
                <a:spcPts val="0"/>
              </a:spcAft>
              <a:buFont typeface="Wingdings" pitchFamily="2" charset="2"/>
              <a:buChar char="§"/>
            </a:pPr>
            <a:endParaRPr lang="en-GB" sz="3000" b="1" dirty="0"/>
          </a:p>
          <a:p>
            <a:pPr lvl="1">
              <a:lnSpc>
                <a:spcPct val="40000"/>
              </a:lnSpc>
            </a:pPr>
            <a:endParaRPr lang="en-GB" dirty="0"/>
          </a:p>
          <a:p>
            <a:pPr lvl="1" indent="-344488" algn="just"/>
            <a:endParaRPr lang="en-GB" sz="24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21</a:t>
            </a:fld>
            <a:endParaRPr lang="en-US" dirty="0"/>
          </a:p>
        </p:txBody>
      </p:sp>
      <p:pic>
        <p:nvPicPr>
          <p:cNvPr id="5" name="Picture 4" descr="DS3-Figure 09-05"/>
          <p:cNvPicPr>
            <a:picLocks noChangeAspect="1" noChangeArrowheads="1"/>
          </p:cNvPicPr>
          <p:nvPr/>
        </p:nvPicPr>
        <p:blipFill>
          <a:blip r:embed="rId2"/>
          <a:srcRect/>
          <a:stretch>
            <a:fillRect/>
          </a:stretch>
        </p:blipFill>
        <p:spPr bwMode="auto">
          <a:xfrm>
            <a:off x="2743200" y="1828800"/>
            <a:ext cx="6019800" cy="43434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spcBef>
                <a:spcPts val="1200"/>
              </a:spcBef>
              <a:spcAft>
                <a:spcPts val="0"/>
              </a:spcAft>
              <a:buFont typeface="Wingdings" pitchFamily="2" charset="2"/>
              <a:buChar char="§"/>
            </a:pPr>
            <a:r>
              <a:rPr lang="en-GB" sz="3000" b="1" dirty="0"/>
              <a:t>DBMS Selection</a:t>
            </a:r>
          </a:p>
          <a:p>
            <a:pPr lvl="1">
              <a:lnSpc>
                <a:spcPct val="40000"/>
              </a:lnSpc>
            </a:pPr>
            <a:endParaRPr lang="en-GB" dirty="0"/>
          </a:p>
          <a:p>
            <a:pPr lvl="1" indent="-344488" algn="just"/>
            <a:r>
              <a:rPr lang="en-GB" sz="2400" dirty="0"/>
              <a:t>Selection of an appropriate DBMS to support the database system.</a:t>
            </a:r>
          </a:p>
          <a:p>
            <a:pPr lvl="1" indent="-344488" algn="just"/>
            <a:endParaRPr lang="en-GB" sz="2400" dirty="0"/>
          </a:p>
          <a:p>
            <a:pPr lvl="1" indent="-344488" algn="just"/>
            <a:r>
              <a:rPr lang="en-GB" sz="2400" dirty="0"/>
              <a:t>Undertaken at any time prior to logical design provided sufficient information is available regarding system requirements.</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spcBef>
                <a:spcPts val="1200"/>
              </a:spcBef>
              <a:spcAft>
                <a:spcPts val="0"/>
              </a:spcAft>
              <a:buFont typeface="Wingdings" pitchFamily="2" charset="2"/>
              <a:buChar char="§"/>
            </a:pPr>
            <a:r>
              <a:rPr lang="en-GB" sz="3000" b="1" dirty="0"/>
              <a:t>Application Design</a:t>
            </a:r>
          </a:p>
          <a:p>
            <a:pPr lvl="1">
              <a:lnSpc>
                <a:spcPct val="40000"/>
              </a:lnSpc>
            </a:pPr>
            <a:endParaRPr lang="en-GB" dirty="0"/>
          </a:p>
          <a:p>
            <a:pPr lvl="1" indent="-344488" algn="just"/>
            <a:r>
              <a:rPr lang="en-GB" sz="2800" dirty="0"/>
              <a:t>Design of user interface and application programs that use and process the database.</a:t>
            </a:r>
          </a:p>
          <a:p>
            <a:pPr lvl="1" indent="-344488" algn="just"/>
            <a:endParaRPr lang="en-GB" sz="2800" dirty="0"/>
          </a:p>
          <a:p>
            <a:pPr lvl="1" indent="-344488" algn="just"/>
            <a:r>
              <a:rPr lang="en-GB" sz="2800" dirty="0"/>
              <a:t>Database design and application design are parallel activities.</a:t>
            </a:r>
          </a:p>
          <a:p>
            <a:pPr lvl="1" indent="-344488" algn="just"/>
            <a:endParaRPr lang="en-GB" sz="2800" dirty="0"/>
          </a:p>
          <a:p>
            <a:pPr lvl="1" indent="-344488" algn="just"/>
            <a:r>
              <a:rPr lang="en-GB" sz="2800" dirty="0"/>
              <a:t>Includes two important activities:</a:t>
            </a:r>
          </a:p>
          <a:p>
            <a:pPr lvl="2" indent="-344488" algn="just"/>
            <a:r>
              <a:rPr lang="en-GB" sz="2400" dirty="0"/>
              <a:t>transaction design</a:t>
            </a:r>
          </a:p>
          <a:p>
            <a:pPr lvl="2" indent="-344488" algn="just"/>
            <a:r>
              <a:rPr lang="en-GB" sz="2400" dirty="0"/>
              <a:t>user interface design</a:t>
            </a:r>
          </a:p>
        </p:txBody>
      </p:sp>
      <p:sp>
        <p:nvSpPr>
          <p:cNvPr id="4" name="Slide Number Placeholder 3"/>
          <p:cNvSpPr>
            <a:spLocks noGrp="1"/>
          </p:cNvSpPr>
          <p:nvPr>
            <p:ph type="sldNum" sz="quarter" idx="12"/>
          </p:nvPr>
        </p:nvSpPr>
        <p:spPr/>
        <p:txBody>
          <a:bodyPr/>
          <a:lstStyle/>
          <a:p>
            <a:fld id="{4FCBA6A4-4AC1-4AE5-BF17-AC49EE4BA738}"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br>
              <a:rPr lang="en-US" dirty="0"/>
            </a:br>
            <a:r>
              <a:rPr lang="en-US" sz="3200" dirty="0"/>
              <a:t/>
            </a:r>
            <a:br>
              <a:rPr lang="en-US" sz="3200" dirty="0"/>
            </a:br>
            <a:r>
              <a:rPr lang="en-US" sz="3200" dirty="0"/>
              <a:t/>
            </a:r>
            <a:br>
              <a:rPr lang="en-US" sz="3200" dirty="0"/>
            </a:br>
            <a:r>
              <a:rPr lang="en-US" sz="3200" dirty="0"/>
              <a:t>Application Design</a:t>
            </a:r>
            <a:endParaRPr lang="en-US" dirty="0"/>
          </a:p>
        </p:txBody>
      </p:sp>
      <p:sp>
        <p:nvSpPr>
          <p:cNvPr id="3" name="Content Placeholder 2"/>
          <p:cNvSpPr>
            <a:spLocks noGrp="1"/>
          </p:cNvSpPr>
          <p:nvPr>
            <p:ph idx="1"/>
          </p:nvPr>
        </p:nvSpPr>
        <p:spPr>
          <a:xfrm>
            <a:off x="2667000" y="762000"/>
            <a:ext cx="6096000" cy="5334000"/>
          </a:xfrm>
        </p:spPr>
        <p:txBody>
          <a:bodyPr>
            <a:normAutofit/>
          </a:bodyPr>
          <a:lstStyle/>
          <a:p>
            <a:pPr marL="463550" lvl="1" indent="-463550" algn="just">
              <a:spcBef>
                <a:spcPts val="1200"/>
              </a:spcBef>
              <a:spcAft>
                <a:spcPts val="0"/>
              </a:spcAft>
              <a:buFont typeface="Wingdings" pitchFamily="2" charset="2"/>
              <a:buChar char="§"/>
            </a:pPr>
            <a:r>
              <a:rPr lang="en-US" sz="3600" b="1" dirty="0"/>
              <a:t>Transaction:</a:t>
            </a:r>
            <a:r>
              <a:rPr lang="en-US" sz="2800" dirty="0"/>
              <a:t> An action, or series of actions, carried out by a single user or  application program, which accesses or changes the content of the database.</a:t>
            </a:r>
          </a:p>
          <a:p>
            <a:pPr marL="463550" lvl="1" indent="-463550" algn="just">
              <a:spcBef>
                <a:spcPts val="1200"/>
              </a:spcBef>
              <a:spcAft>
                <a:spcPts val="0"/>
              </a:spcAft>
              <a:buFont typeface="Wingdings" pitchFamily="2" charset="2"/>
              <a:buChar char="§"/>
            </a:pPr>
            <a:endParaRPr lang="en-US" sz="2400" dirty="0"/>
          </a:p>
          <a:p>
            <a:pPr marL="463550" lvl="1" indent="-463550" algn="just">
              <a:spcBef>
                <a:spcPts val="1200"/>
              </a:spcBef>
              <a:spcAft>
                <a:spcPts val="0"/>
              </a:spcAft>
              <a:buFont typeface="Wingdings" pitchFamily="2" charset="2"/>
              <a:buChar char="§"/>
            </a:pPr>
            <a:endParaRPr lang="en-GB" sz="22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24</a:t>
            </a:fld>
            <a:endParaRPr lang="en-US"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3D43E015-A9BE-424F-91ED-F08FFD8328CB}"/>
                  </a:ext>
                </a:extLst>
              </p14:cNvPr>
              <p14:cNvContentPartPr/>
              <p14:nvPr/>
            </p14:nvContentPartPr>
            <p14:xfrm>
              <a:off x="11363611" y="4999742"/>
              <a:ext cx="14040" cy="38880"/>
            </p14:xfrm>
          </p:contentPart>
        </mc:Choice>
        <mc:Fallback xmlns="">
          <p:pic>
            <p:nvPicPr>
              <p:cNvPr id="5" name="Ink 4">
                <a:extLst>
                  <a:ext uri="{FF2B5EF4-FFF2-40B4-BE49-F238E27FC236}">
                    <a16:creationId xmlns:a16="http://schemas.microsoft.com/office/drawing/2014/main" id="{3D43E015-A9BE-424F-91ED-F08FFD8328CB}"/>
                  </a:ext>
                </a:extLst>
              </p:cNvPr>
              <p:cNvPicPr/>
              <p:nvPr/>
            </p:nvPicPr>
            <p:blipFill>
              <a:blip r:embed="rId3"/>
              <a:stretch>
                <a:fillRect/>
              </a:stretch>
            </p:blipFill>
            <p:spPr>
              <a:xfrm>
                <a:off x="11354971" y="4990742"/>
                <a:ext cx="316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8FC66CB-75ED-469A-9A90-279F2AFFC32D}"/>
                  </a:ext>
                </a:extLst>
              </p14:cNvPr>
              <p14:cNvContentPartPr/>
              <p14:nvPr/>
            </p14:nvContentPartPr>
            <p14:xfrm>
              <a:off x="10890931" y="3095702"/>
              <a:ext cx="360" cy="360"/>
            </p14:xfrm>
          </p:contentPart>
        </mc:Choice>
        <mc:Fallback xmlns="">
          <p:pic>
            <p:nvPicPr>
              <p:cNvPr id="6" name="Ink 5">
                <a:extLst>
                  <a:ext uri="{FF2B5EF4-FFF2-40B4-BE49-F238E27FC236}">
                    <a16:creationId xmlns:a16="http://schemas.microsoft.com/office/drawing/2014/main" id="{E8FC66CB-75ED-469A-9A90-279F2AFFC32D}"/>
                  </a:ext>
                </a:extLst>
              </p:cNvPr>
              <p:cNvPicPr/>
              <p:nvPr/>
            </p:nvPicPr>
            <p:blipFill>
              <a:blip r:embed="rId5"/>
              <a:stretch>
                <a:fillRect/>
              </a:stretch>
            </p:blipFill>
            <p:spPr>
              <a:xfrm>
                <a:off x="10881931" y="30870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C8F10CF9-8E65-48A6-B74D-2DE518A5ED4C}"/>
                  </a:ext>
                </a:extLst>
              </p14:cNvPr>
              <p14:cNvContentPartPr/>
              <p14:nvPr/>
            </p14:nvContentPartPr>
            <p14:xfrm>
              <a:off x="4553131" y="3202622"/>
              <a:ext cx="3108960" cy="45360"/>
            </p14:xfrm>
          </p:contentPart>
        </mc:Choice>
        <mc:Fallback xmlns="">
          <p:pic>
            <p:nvPicPr>
              <p:cNvPr id="7" name="Ink 6">
                <a:extLst>
                  <a:ext uri="{FF2B5EF4-FFF2-40B4-BE49-F238E27FC236}">
                    <a16:creationId xmlns:a16="http://schemas.microsoft.com/office/drawing/2014/main" id="{C8F10CF9-8E65-48A6-B74D-2DE518A5ED4C}"/>
                  </a:ext>
                </a:extLst>
              </p:cNvPr>
              <p:cNvPicPr/>
              <p:nvPr/>
            </p:nvPicPr>
            <p:blipFill>
              <a:blip r:embed="rId7"/>
              <a:stretch>
                <a:fillRect/>
              </a:stretch>
            </p:blipFill>
            <p:spPr>
              <a:xfrm>
                <a:off x="4544131" y="3193622"/>
                <a:ext cx="31266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7EC9DF1-AD0A-4AD5-BD2E-09CEF1F3B145}"/>
                  </a:ext>
                </a:extLst>
              </p14:cNvPr>
              <p14:cNvContentPartPr/>
              <p14:nvPr/>
            </p14:nvContentPartPr>
            <p14:xfrm>
              <a:off x="3367291" y="3498182"/>
              <a:ext cx="4897080" cy="236520"/>
            </p14:xfrm>
          </p:contentPart>
        </mc:Choice>
        <mc:Fallback xmlns="">
          <p:pic>
            <p:nvPicPr>
              <p:cNvPr id="8" name="Ink 7">
                <a:extLst>
                  <a:ext uri="{FF2B5EF4-FFF2-40B4-BE49-F238E27FC236}">
                    <a16:creationId xmlns:a16="http://schemas.microsoft.com/office/drawing/2014/main" id="{27EC9DF1-AD0A-4AD5-BD2E-09CEF1F3B145}"/>
                  </a:ext>
                </a:extLst>
              </p:cNvPr>
              <p:cNvPicPr/>
              <p:nvPr/>
            </p:nvPicPr>
            <p:blipFill>
              <a:blip r:embed="rId9"/>
              <a:stretch>
                <a:fillRect/>
              </a:stretch>
            </p:blipFill>
            <p:spPr>
              <a:xfrm>
                <a:off x="3358651" y="3489542"/>
                <a:ext cx="4914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7DD9E35-ED48-4337-80BA-DB368645E276}"/>
                  </a:ext>
                </a:extLst>
              </p14:cNvPr>
              <p14:cNvContentPartPr/>
              <p14:nvPr/>
            </p14:nvContentPartPr>
            <p14:xfrm>
              <a:off x="3316531" y="3886622"/>
              <a:ext cx="2320200" cy="218880"/>
            </p14:xfrm>
          </p:contentPart>
        </mc:Choice>
        <mc:Fallback xmlns="">
          <p:pic>
            <p:nvPicPr>
              <p:cNvPr id="9" name="Ink 8">
                <a:extLst>
                  <a:ext uri="{FF2B5EF4-FFF2-40B4-BE49-F238E27FC236}">
                    <a16:creationId xmlns:a16="http://schemas.microsoft.com/office/drawing/2014/main" id="{67DD9E35-ED48-4337-80BA-DB368645E276}"/>
                  </a:ext>
                </a:extLst>
              </p:cNvPr>
              <p:cNvPicPr/>
              <p:nvPr/>
            </p:nvPicPr>
            <p:blipFill>
              <a:blip r:embed="rId11"/>
              <a:stretch>
                <a:fillRect/>
              </a:stretch>
            </p:blipFill>
            <p:spPr>
              <a:xfrm>
                <a:off x="3307891" y="3877622"/>
                <a:ext cx="2337840" cy="23652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DSDL</a:t>
            </a:r>
          </a:p>
        </p:txBody>
      </p:sp>
      <p:sp>
        <p:nvSpPr>
          <p:cNvPr id="3" name="Content Placeholder 2"/>
          <p:cNvSpPr>
            <a:spLocks noGrp="1"/>
          </p:cNvSpPr>
          <p:nvPr>
            <p:ph idx="1"/>
          </p:nvPr>
        </p:nvSpPr>
        <p:spPr>
          <a:xfrm>
            <a:off x="2667000" y="762000"/>
            <a:ext cx="6096000" cy="5334000"/>
          </a:xfrm>
        </p:spPr>
        <p:txBody>
          <a:bodyPr>
            <a:normAutofit lnSpcReduction="10000"/>
          </a:bodyPr>
          <a:lstStyle/>
          <a:p>
            <a:pPr marL="463550" lvl="1" indent="-463550" algn="just">
              <a:spcBef>
                <a:spcPts val="1200"/>
              </a:spcBef>
              <a:spcAft>
                <a:spcPts val="0"/>
              </a:spcAft>
              <a:buFont typeface="Wingdings" pitchFamily="2" charset="2"/>
              <a:buChar char="§"/>
            </a:pPr>
            <a:r>
              <a:rPr lang="en-US" sz="3200" b="1" dirty="0"/>
              <a:t>Prototyping:</a:t>
            </a:r>
            <a:r>
              <a:rPr lang="en-US" sz="3600" b="1" dirty="0"/>
              <a:t> </a:t>
            </a:r>
            <a:r>
              <a:rPr lang="en-US" sz="2400" dirty="0"/>
              <a:t>Building a working model of a database system. (Figure)</a:t>
            </a:r>
          </a:p>
          <a:p>
            <a:pPr marL="463550" lvl="1" indent="-463550" algn="just">
              <a:spcBef>
                <a:spcPts val="1200"/>
              </a:spcBef>
              <a:spcAft>
                <a:spcPts val="0"/>
              </a:spcAft>
              <a:buFont typeface="Wingdings" pitchFamily="2" charset="2"/>
              <a:buChar char="§"/>
            </a:pPr>
            <a:r>
              <a:rPr lang="en-US" sz="3200" b="1" dirty="0"/>
              <a:t>Implementation:</a:t>
            </a:r>
            <a:r>
              <a:rPr lang="en-US" sz="2400" dirty="0"/>
              <a:t> The physical realization of the database and application designs. (DDL / DML)</a:t>
            </a:r>
          </a:p>
          <a:p>
            <a:pPr marL="463550" lvl="1" indent="-463550" algn="just">
              <a:spcBef>
                <a:spcPts val="1200"/>
              </a:spcBef>
              <a:spcAft>
                <a:spcPts val="0"/>
              </a:spcAft>
              <a:buFont typeface="Wingdings" pitchFamily="2" charset="2"/>
              <a:buChar char="§"/>
            </a:pPr>
            <a:r>
              <a:rPr lang="en-US" sz="3200" b="1" dirty="0"/>
              <a:t>Data conversion and loading:</a:t>
            </a:r>
            <a:r>
              <a:rPr lang="en-US" sz="2400" dirty="0"/>
              <a:t> Transferring any existing data into the new database and converting any existing applications to run on the new database. (APPLICATION USE)</a:t>
            </a:r>
          </a:p>
          <a:p>
            <a:pPr marL="463550" lvl="1" indent="-463550" algn="just">
              <a:spcBef>
                <a:spcPts val="1200"/>
              </a:spcBef>
              <a:spcAft>
                <a:spcPts val="0"/>
              </a:spcAft>
              <a:buFont typeface="Wingdings" pitchFamily="2" charset="2"/>
              <a:buChar char="§"/>
            </a:pPr>
            <a:r>
              <a:rPr lang="en-US" sz="3200" b="1" dirty="0"/>
              <a:t>Testing:</a:t>
            </a:r>
            <a:r>
              <a:rPr lang="en-US" sz="2400" dirty="0"/>
              <a:t> The process of running the database system with the intent of finding errors.</a:t>
            </a:r>
          </a:p>
          <a:p>
            <a:pPr marL="463550" lvl="1" indent="-463550" algn="just">
              <a:spcBef>
                <a:spcPts val="1200"/>
              </a:spcBef>
              <a:spcAft>
                <a:spcPts val="0"/>
              </a:spcAft>
              <a:buFont typeface="Wingdings" pitchFamily="2" charset="2"/>
              <a:buChar char="§"/>
            </a:pPr>
            <a:r>
              <a:rPr lang="en-US" sz="3200" b="1" dirty="0"/>
              <a:t>Operational Maintenance</a:t>
            </a:r>
          </a:p>
          <a:p>
            <a:pPr marL="463550" lvl="1" indent="-463550" algn="just">
              <a:spcBef>
                <a:spcPts val="1200"/>
              </a:spcBef>
              <a:spcAft>
                <a:spcPts val="0"/>
              </a:spcAft>
              <a:buFont typeface="Wingdings" pitchFamily="2" charset="2"/>
              <a:buChar char="§"/>
            </a:pPr>
            <a:endParaRPr lang="en-GB" sz="2200"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Thank You</a:t>
            </a:r>
          </a:p>
        </p:txBody>
      </p:sp>
      <p:sp>
        <p:nvSpPr>
          <p:cNvPr id="6" name="Subtitle 5"/>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pPr/>
              <a:t>26</a:t>
            </a:fld>
            <a:endParaRPr lang="en-US" dirty="0"/>
          </a:p>
        </p:txBody>
      </p:sp>
    </p:spTree>
  </p:cSld>
  <p:clrMapOvr>
    <a:masterClrMapping/>
  </p:clrMapOvr>
</p:sld>
</file>

<file path=ppt/theme/theme1.xml><?xml version="1.0" encoding="utf-8"?>
<a:theme xmlns:a="http://schemas.openxmlformats.org/drawingml/2006/main" name="Theme1">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Process04_16x9.potx" id="{948F7032-B2AB-41B3-AE97-712995A7FE85}" vid="{A1454562-8AB1-4F49-B342-1C5B3989EC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C25F5A5569D94094B77E3017ADC69C" ma:contentTypeVersion="2" ma:contentTypeDescription="Create a new document." ma:contentTypeScope="" ma:versionID="9e0159d7b1dab93614b4bd2ebff07d13">
  <xsd:schema xmlns:xsd="http://www.w3.org/2001/XMLSchema" xmlns:xs="http://www.w3.org/2001/XMLSchema" xmlns:p="http://schemas.microsoft.com/office/2006/metadata/properties" xmlns:ns2="eac09ab3-58ef-4187-9d71-bf4a22f125d9" targetNamespace="http://schemas.microsoft.com/office/2006/metadata/properties" ma:root="true" ma:fieldsID="1e5ef3ec9496191f2f675a59baae81eb" ns2:_="">
    <xsd:import namespace="eac09ab3-58ef-4187-9d71-bf4a22f125d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c09ab3-58ef-4187-9d71-bf4a22f125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B6AD79-8B39-4CBF-AD93-D3CE21D8FD0D}">
  <ds:schemaRefs>
    <ds:schemaRef ds:uri="http://schemas.microsoft.com/sharepoint/v3/contenttype/forms"/>
  </ds:schemaRefs>
</ds:datastoreItem>
</file>

<file path=customXml/itemProps2.xml><?xml version="1.0" encoding="utf-8"?>
<ds:datastoreItem xmlns:ds="http://schemas.openxmlformats.org/officeDocument/2006/customXml" ds:itemID="{621388F5-3D3F-44B5-947B-45F200316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c09ab3-58ef-4187-9d71-bf4a22f125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285791-90E0-4909-A191-C05D50192B9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226</TotalTime>
  <Words>803</Words>
  <Application>Microsoft Office PowerPoint</Application>
  <PresentationFormat>On-screen Show (4:3)</PresentationFormat>
  <Paragraphs>174</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Corbel</vt:lpstr>
      <vt:lpstr>Corbel (Body)</vt:lpstr>
      <vt:lpstr>Times New Roman</vt:lpstr>
      <vt:lpstr>Wingdings</vt:lpstr>
      <vt:lpstr>Wingdings 2</vt:lpstr>
      <vt:lpstr>Theme1</vt:lpstr>
      <vt:lpstr>Database Development Lifecycle</vt:lpstr>
      <vt:lpstr>Information system</vt:lpstr>
      <vt:lpstr>Information system</vt:lpstr>
      <vt:lpstr>The Database System Development Lifecycle</vt:lpstr>
      <vt:lpstr> Creating software without any formal  guidelines or process</vt:lpstr>
      <vt:lpstr>Stages of DSDL</vt:lpstr>
      <vt:lpstr>Stages of DSDL</vt:lpstr>
      <vt:lpstr>Stages of DSDL</vt:lpstr>
      <vt:lpstr>Stages of DSDL</vt:lpstr>
      <vt:lpstr>Stages of DSDL</vt:lpstr>
      <vt:lpstr>Stages of DSDL</vt:lpstr>
      <vt:lpstr>Centralized Approach</vt:lpstr>
      <vt:lpstr>View Integration Approach</vt:lpstr>
      <vt:lpstr>Stages of DSDL</vt:lpstr>
      <vt:lpstr>Stages of DSDL</vt:lpstr>
      <vt:lpstr>Stages of DSDL</vt:lpstr>
      <vt:lpstr>Stages of DSDL</vt:lpstr>
      <vt:lpstr>Stages of DSDL (Phases of database design)</vt:lpstr>
      <vt:lpstr>Stages of DSDL (Phases of database design)</vt:lpstr>
      <vt:lpstr>Stages of DSDL (Phases of database design)</vt:lpstr>
      <vt:lpstr>Stages of DSDL (Phases of database design)</vt:lpstr>
      <vt:lpstr>Stages of DSDL </vt:lpstr>
      <vt:lpstr>Stages of DSDL </vt:lpstr>
      <vt:lpstr>Stages of DSDL   Application Design</vt:lpstr>
      <vt:lpstr>Stages of DSDL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Systems</dc:title>
  <dc:creator>Anas Bilal</dc:creator>
  <cp:lastModifiedBy>Anas</cp:lastModifiedBy>
  <cp:revision>15</cp:revision>
  <dcterms:created xsi:type="dcterms:W3CDTF">2020-10-02T08:59:45Z</dcterms:created>
  <dcterms:modified xsi:type="dcterms:W3CDTF">2024-12-25T12:19:22Z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0x010100EAC25F5A5569D94094B77E3017ADC69C</vt:lpwstr>
  </property>
</Properties>
</file>