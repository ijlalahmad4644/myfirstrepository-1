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783226"/>
            <a:ext cx="8610600" cy="1293028"/>
          </a:xfrm>
        </p:spPr>
        <p:txBody>
          <a:bodyPr/>
          <a:lstStyle/>
          <a:p>
            <a:r>
              <a:rPr lang="en-US" dirty="0" smtClean="0"/>
              <a:t>HUMAN COMPUTER INTERACTION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711" y="3033546"/>
            <a:ext cx="7147874" cy="1802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 smtClean="0"/>
              <a:t>   Name: Ijlal Ahmad</a:t>
            </a:r>
          </a:p>
          <a:p>
            <a:pPr marL="0" indent="0" algn="ctr">
              <a:buNone/>
            </a:pPr>
            <a:r>
              <a:rPr lang="en-US" sz="3200" b="1" dirty="0" smtClean="0"/>
              <a:t>Roll No: FL-21565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795847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3187" y="1539454"/>
            <a:ext cx="10939806" cy="1825096"/>
          </a:xfrm>
        </p:spPr>
        <p:txBody>
          <a:bodyPr>
            <a:normAutofit fontScale="90000"/>
          </a:bodyPr>
          <a:lstStyle/>
          <a:p>
            <a:r>
              <a:rPr lang="en-US" dirty="0"/>
              <a:t>Amazon’s website adheres to the following principles </a:t>
            </a:r>
          </a:p>
        </p:txBody>
      </p:sp>
    </p:spTree>
    <p:extLst>
      <p:ext uri="{BB962C8B-B14F-4D97-AF65-F5344CB8AC3E}">
        <p14:creationId xmlns:p14="http://schemas.microsoft.com/office/powerpoint/2010/main" val="425625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414" y="688958"/>
            <a:ext cx="12081236" cy="1293028"/>
          </a:xfrm>
        </p:spPr>
        <p:txBody>
          <a:bodyPr>
            <a:normAutofit/>
          </a:bodyPr>
          <a:lstStyle/>
          <a:p>
            <a:r>
              <a:rPr lang="en-US" sz="3600" dirty="0"/>
              <a:t>Match Between the System and the Real World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277573" cy="1840111"/>
          </a:xfrm>
        </p:spPr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amazon we have the labels like Today’s deals, Customer service, Registry , Gifts card Sell Carts and many more labels which when a customer see the customer knows that what the label is about.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166011"/>
            <a:ext cx="10058400" cy="149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53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&amp; standards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1173120" cy="1312211"/>
          </a:xfrm>
        </p:spPr>
        <p:txBody>
          <a:bodyPr/>
          <a:lstStyle/>
          <a:p>
            <a:r>
              <a:rPr lang="en-US" dirty="0"/>
              <a:t>In Amazon, the main navigation bar, have the same options like (Today’s deals, Customer service, Registry , Gifts card, Sell, and Carts </a:t>
            </a:r>
            <a:r>
              <a:rPr lang="en-US" dirty="0" err="1"/>
              <a:t>etc</a:t>
            </a:r>
            <a:r>
              <a:rPr lang="en-US" dirty="0"/>
              <a:t> on every page of the amazon.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627" y="3506771"/>
            <a:ext cx="5165889" cy="236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75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178" y="3457117"/>
            <a:ext cx="6203616" cy="2873784"/>
          </a:xfrm>
        </p:spPr>
      </p:pic>
    </p:spTree>
    <p:extLst>
      <p:ext uri="{BB962C8B-B14F-4D97-AF65-F5344CB8AC3E}">
        <p14:creationId xmlns:p14="http://schemas.microsoft.com/office/powerpoint/2010/main" val="281370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Recognition, not recall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2194561"/>
            <a:ext cx="10692353" cy="1349918"/>
          </a:xfrm>
        </p:spPr>
        <p:txBody>
          <a:bodyPr/>
          <a:lstStyle/>
          <a:p>
            <a:r>
              <a:rPr lang="en-US" dirty="0"/>
              <a:t>In the search bar of amazon I typed just </a:t>
            </a:r>
            <a:r>
              <a:rPr lang="en-US" dirty="0" err="1"/>
              <a:t>clo</a:t>
            </a:r>
            <a:r>
              <a:rPr lang="en-US" dirty="0"/>
              <a:t> and it suggest me cloth rack, cloth hangers, clothing rack, clothes streamer </a:t>
            </a:r>
            <a:r>
              <a:rPr lang="en-US" dirty="0" err="1"/>
              <a:t>etc</a:t>
            </a:r>
            <a:r>
              <a:rPr lang="en-US" dirty="0"/>
              <a:t> automatically and I want clothes hanger so I just select it.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423" y="3681639"/>
            <a:ext cx="7173173" cy="249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6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Aesthetic and minimalist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1"/>
            <a:ext cx="10164452" cy="1434760"/>
          </a:xfrm>
        </p:spPr>
        <p:txBody>
          <a:bodyPr/>
          <a:lstStyle/>
          <a:p>
            <a:r>
              <a:rPr lang="en-US" dirty="0"/>
              <a:t>Amazon have clear labels and categories with the help of which a customer clearly identifies that what to select which category to go.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772" y="3129702"/>
            <a:ext cx="6182414" cy="287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1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386" y="818246"/>
            <a:ext cx="10381268" cy="1378199"/>
          </a:xfrm>
        </p:spPr>
        <p:txBody>
          <a:bodyPr/>
          <a:lstStyle/>
          <a:p>
            <a:r>
              <a:rPr lang="en-US" dirty="0"/>
              <a:t>If a customer want a knife, the customer will not waste time on finding the knife, the customer will go in (Smart Home) Category.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106" y="2026763"/>
            <a:ext cx="8912547" cy="437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6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9957062" cy="12367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an invalid information is added anywhere it gives an error message for correctness In amazon when I entered an invalid zip code it gives me a clear error message (Please enter a valid US zip code)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311" y="3431357"/>
            <a:ext cx="6705285" cy="31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1102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</TotalTime>
  <Words>245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HUMAN COMPUTER INTERACTION</vt:lpstr>
      <vt:lpstr>Amazon’s website adheres to the following principles </vt:lpstr>
      <vt:lpstr>Match Between the System and the Real World </vt:lpstr>
      <vt:lpstr>Consistency &amp; standards </vt:lpstr>
      <vt:lpstr>PowerPoint Presentation</vt:lpstr>
      <vt:lpstr>Recognition, not recall</vt:lpstr>
      <vt:lpstr>Aesthetic and minimalist design</vt:lpstr>
      <vt:lpstr>PowerPoint Presentation</vt:lpstr>
      <vt:lpstr>Error prevention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PMYLS</dc:creator>
  <cp:lastModifiedBy>PMYLS</cp:lastModifiedBy>
  <cp:revision>3</cp:revision>
  <dcterms:created xsi:type="dcterms:W3CDTF">2024-12-25T08:37:09Z</dcterms:created>
  <dcterms:modified xsi:type="dcterms:W3CDTF">2024-12-25T08:58:34Z</dcterms:modified>
</cp:coreProperties>
</file>