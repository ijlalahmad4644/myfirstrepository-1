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7CEC-DEE7-4F8E-A0AC-2097D5F42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7F0A6-C0C7-42F3-965D-EEFB39200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BB3AD-5341-44A9-A080-2BD9EBDBB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C0AC-0E6C-4335-AF7E-373E4F7C309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A68B3-FADA-49A8-957C-9BA8F9B2D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46846-01DB-4DE6-A67C-9D4BB0E7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92177-3278-4340-85CA-66D58C7D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16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7DE2C-9050-47D8-B90A-C40318E2F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DB01B-3317-493E-98E6-9B6CB7B42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AD62B-82CA-4134-AAE2-7F91B17D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C0AC-0E6C-4335-AF7E-373E4F7C309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ED59E-36CF-4673-A074-80E53200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B94DC-CC2C-4FBD-B222-B9E3C23E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92177-3278-4340-85CA-66D58C7D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71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EA2E-6E03-4000-9143-907CD41F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8FE10-51B2-41BB-8127-32898D4DA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EFEF9-5910-46F7-AE2C-FBE603E53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C0AC-0E6C-4335-AF7E-373E4F7C309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945E0-37F4-4BEC-B359-EF0EB887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F94CF-2339-4EC3-BAA2-840E3BAB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92177-3278-4340-85CA-66D58C7D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4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DDEB0-6C07-4F7E-86B4-3D4388400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3769-D840-4D42-8AEA-B93F48416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7D4FA-AF31-49C0-BCBE-CEDC4A4ED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BC677-F1E9-48AB-BBB6-444E677C8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C0AC-0E6C-4335-AF7E-373E4F7C309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91971-9447-4470-9968-D833957D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9F8F0-89DE-4D32-9717-CCD5CC49B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92177-3278-4340-85CA-66D58C7D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72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1006-4136-4488-8797-324630621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35B3F-F093-4F1A-83E5-3FA948B0F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16A61-055E-4A27-9EFF-783B45CE4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C509A-2357-4A9B-AD31-DE3515337C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ADD31-8200-44FB-B284-98CDA6D45C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F5E25A-FC06-42FA-8432-0BF3A738E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C0AC-0E6C-4335-AF7E-373E4F7C309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5BD456-CAED-4DA4-AAEF-96E8EA76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949F8B-AD94-49A3-B86E-2DE84F84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92177-3278-4340-85CA-66D58C7D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05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7100-B1DB-45CE-8522-FF7D05FF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B1EE3-3A06-4BE2-B091-2A1EA4E27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C0AC-0E6C-4335-AF7E-373E4F7C309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280BD-CE15-4793-B46B-BECF2098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41307-A1F1-4474-B235-F8D60352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92177-3278-4340-85CA-66D58C7D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44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D5C4E-4853-44E1-8AA6-E3562DA9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C0AC-0E6C-4335-AF7E-373E4F7C309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468EB8-F4A1-4C35-9313-E0F35C03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630FC-EBED-4E74-828C-0EC5B87E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92177-3278-4340-85CA-66D58C7D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63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E99B8-50D6-4939-B039-590AC2D1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AC0C0-8E84-4035-B1B5-B955B7E85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9AE1C-D00A-4694-A8D3-038CA9D6E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FC553-9769-48AA-9D39-A9C7A250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C0AC-0E6C-4335-AF7E-373E4F7C309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6F148-B3D5-4310-8ADA-5A7022ED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E8008-63C5-491E-9763-C3C10C410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92177-3278-4340-85CA-66D58C7D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48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B31F0-0DD5-4E91-8033-E3D970D4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1693DB-8B8A-4CA6-BAE2-C865A6A9F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F3D45-56BD-41A2-92B9-5AC7C5753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DCB64-134D-4F42-94A7-B4829DC67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C0AC-0E6C-4335-AF7E-373E4F7C309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3E9A9-60F0-4E09-9A54-5B0CA2928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CB76A-3758-42E1-804B-6FE81393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92177-3278-4340-85CA-66D58C7D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6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3BA26-F355-42CB-8882-9B48FAE48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9D1CB-B2B0-4C9D-87E0-44AC8B9E3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B9C35-5C49-4618-927C-4000CF3C2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C0AC-0E6C-4335-AF7E-373E4F7C309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30D7D-2596-421C-A8B9-BC7DAC864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2FA73-183D-4536-956D-1563BCA49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92177-3278-4340-85CA-66D58C7D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12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3282F6-3A5E-4D7B-91E1-A1A471A837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29512-8DC2-45AB-B580-9120A789E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D9F47-C387-440F-A4DB-3F8525981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C0AC-0E6C-4335-AF7E-373E4F7C309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23D2A-E3B8-4230-8D5B-02890215C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6857A-9C71-436F-91B1-020A831B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92177-3278-4340-85CA-66D58C7D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1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83DB6-B27C-4270-A23C-EEA060685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ECDDC-7BC4-446B-AA01-F8230A202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71499-DD4E-4F81-9628-81E78BCFB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DC0AC-0E6C-4335-AF7E-373E4F7C309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275D2-BED0-4945-BA7E-9C258CCFC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218A7-8878-4F97-824F-8B17A660B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92177-3278-4340-85CA-66D58C7D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90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0D901-9BCC-4609-B041-85362B1D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43490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 Fishbone Diagrams (Ishikawa Diagrams) and the 5 Whys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3E6C8-F349-42C1-9AC0-C908EE369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08295"/>
            <a:ext cx="12084148" cy="5549705"/>
          </a:xfrm>
        </p:spPr>
        <p:txBody>
          <a:bodyPr>
            <a:normAutofit/>
          </a:bodyPr>
          <a:lstStyle/>
          <a:p>
            <a:r>
              <a:rPr lang="en-US" sz="3600" dirty="0"/>
              <a:t>Both Fishbone Diagrams (Ishikawa Diagrams) and the 5 Whys method are popular tools for root cause analysis and problem-solving.</a:t>
            </a:r>
            <a:br>
              <a:rPr lang="en-US" sz="3600" dirty="0"/>
            </a:br>
            <a:endParaRPr lang="en-US" sz="3600" dirty="0"/>
          </a:p>
          <a:p>
            <a:r>
              <a:rPr lang="en-US" sz="3600" dirty="0"/>
              <a:t>*Fishbone Diagram (Ishikawa Diagram)*</a:t>
            </a:r>
            <a:br>
              <a:rPr lang="en-US" sz="3600" dirty="0"/>
            </a:br>
            <a:endParaRPr lang="en-US" sz="3600" dirty="0"/>
          </a:p>
          <a:p>
            <a:r>
              <a:rPr lang="en-US" sz="3600" dirty="0"/>
              <a:t>_Purpose:_ Identify and organize possible causes of a problem.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678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4D809-1EE6-454E-855B-FD138412A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2534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65501-5458-4581-864D-A53EFEA81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42535"/>
            <a:ext cx="12084149" cy="52344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Head (Problem Statement)</a:t>
            </a:r>
          </a:p>
          <a:p>
            <a:r>
              <a:rPr lang="en-US" dirty="0"/>
              <a:t>2. Spine (Main Categories)</a:t>
            </a:r>
          </a:p>
          <a:p>
            <a:r>
              <a:rPr lang="en-US" dirty="0"/>
              <a:t>3. Bones (Sub-Categories)</a:t>
            </a:r>
          </a:p>
          <a:p>
            <a:r>
              <a:rPr lang="en-US" dirty="0"/>
              <a:t>4. Sub-Bones (Detailed Causes)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589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22649-7E07-4A31-A562-DA8F775B0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473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44085-A296-46D9-A1DA-E83981D08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1348"/>
            <a:ext cx="12192000" cy="50656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Define problem statement</a:t>
            </a:r>
          </a:p>
          <a:p>
            <a:r>
              <a:rPr lang="en-US" dirty="0"/>
              <a:t>2. Brainstorm main categories (e.g., Equipment, Materials, People)</a:t>
            </a:r>
          </a:p>
          <a:p>
            <a:r>
              <a:rPr lang="en-US" dirty="0"/>
              <a:t>3. Identify sub-categories and detailed causes</a:t>
            </a:r>
          </a:p>
          <a:p>
            <a:r>
              <a:rPr lang="en-US" dirty="0"/>
              <a:t>4. Analyze and prioritize potential causes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298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34507-EF13-4207-BF93-0593FE8BC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8805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5 Whys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F9A2-E3A0-4E01-B835-01DA77B7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98806"/>
            <a:ext cx="12192001" cy="51781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_Purpose:_ Drill down to the root cause of a problem by repeatedly asking "Why?"</a:t>
            </a:r>
            <a:br>
              <a:rPr lang="en-US" dirty="0"/>
            </a:br>
            <a:endParaRPr lang="en-US" dirty="0"/>
          </a:p>
          <a:p>
            <a:r>
              <a:rPr lang="en-US" dirty="0"/>
              <a:t>_Steps: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1. Define problem statement</a:t>
            </a:r>
          </a:p>
          <a:p>
            <a:r>
              <a:rPr lang="en-US" dirty="0"/>
              <a:t>2. Ask "Why?" and identify initial cause</a:t>
            </a:r>
          </a:p>
          <a:p>
            <a:r>
              <a:rPr lang="en-US" dirty="0"/>
              <a:t>3. Ask "Why?" again, drilling down to next level</a:t>
            </a:r>
          </a:p>
          <a:p>
            <a:r>
              <a:rPr lang="en-US" dirty="0"/>
              <a:t>4. Repeat process up to 5 times or until root cause is identified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99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3A738-AAD4-43C9-9C67-4745A4940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6941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E6678-1852-45AF-BCE8-2645395AE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6942"/>
            <a:ext cx="12192000" cy="583105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|  | Fishbone Diagram | 5 Whys Method |</a:t>
            </a:r>
          </a:p>
          <a:p>
            <a:r>
              <a:rPr lang="en-US" dirty="0"/>
              <a:t>| --- | --- | --- |</a:t>
            </a:r>
          </a:p>
          <a:p>
            <a:r>
              <a:rPr lang="en-US" dirty="0"/>
              <a:t>| *Visual* | Yes | No |</a:t>
            </a:r>
          </a:p>
          <a:p>
            <a:r>
              <a:rPr lang="en-US" dirty="0"/>
              <a:t>| *Structured* | Yes | Semi-structured |</a:t>
            </a:r>
          </a:p>
          <a:p>
            <a:r>
              <a:rPr lang="en-US" dirty="0"/>
              <a:t>| *Group involvement* | Encourages | Possible |</a:t>
            </a:r>
          </a:p>
          <a:p>
            <a:r>
              <a:rPr lang="en-US" dirty="0"/>
              <a:t>| *Depth of analysis* | Broad | Deep |</a:t>
            </a:r>
          </a:p>
          <a:p>
            <a:r>
              <a:rPr lang="en-US" dirty="0"/>
              <a:t>| *Time required* | Longer | Shorter |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495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E1F16-A9F4-452F-94DD-81F4D9A92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24642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When to use each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047F8-36EC-43D7-BBE5-0D6D88191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24643"/>
            <a:ext cx="12192000" cy="4952320"/>
          </a:xfrm>
        </p:spPr>
        <p:txBody>
          <a:bodyPr/>
          <a:lstStyle/>
          <a:p>
            <a:r>
              <a:rPr lang="en-US" sz="4800" dirty="0"/>
              <a:t>- Fishbone Diagram: Complex problems, multiple potential causes, group brainstorming.</a:t>
            </a:r>
          </a:p>
          <a:p>
            <a:r>
              <a:rPr lang="en-US" sz="4800" dirty="0"/>
              <a:t>- 5 Whys Method: Simple to moderate complexity problems, rapid analysis, individual or small team.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071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C5D4C-4993-4C5D-828A-BE5D1B864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0831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</a:rPr>
              <a:t>Best Practices:*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5E26-322C-48E1-932F-AAD37CF62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8314"/>
            <a:ext cx="12192000" cy="4968649"/>
          </a:xfrm>
        </p:spPr>
        <p:txBody>
          <a:bodyPr>
            <a:normAutofit/>
          </a:bodyPr>
          <a:lstStyle/>
          <a:p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Combine Fishbone Diagram and 5 Whys for comprehensive analysis.</a:t>
            </a:r>
          </a:p>
          <a:p>
            <a:r>
              <a:rPr lang="en-US" dirty="0"/>
              <a:t>2. Involve diverse stakeholders.</a:t>
            </a:r>
          </a:p>
          <a:p>
            <a:r>
              <a:rPr lang="en-US" dirty="0"/>
              <a:t>3. Focus on facts, not assumptions.</a:t>
            </a:r>
          </a:p>
          <a:p>
            <a:r>
              <a:rPr lang="en-US" dirty="0"/>
              <a:t>4. Verify root causes with data.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995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279C3-1440-4D5B-AB8E-987A70FF7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Software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09D57-FCBE-4153-BA3B-50005B038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2229"/>
            <a:ext cx="12192000" cy="46747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Lucidchart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SmartDraw</a:t>
            </a:r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MindMeister</a:t>
            </a:r>
            <a:endParaRPr lang="en-US" dirty="0"/>
          </a:p>
          <a:p>
            <a:r>
              <a:rPr lang="en-US" dirty="0"/>
              <a:t>4. Asana</a:t>
            </a:r>
          </a:p>
          <a:p>
            <a:r>
              <a:rPr lang="en-US" dirty="0"/>
              <a:t>5. Trello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647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354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 Fishbone Diagrams (Ishikawa Diagrams) and the 5 Whys method</vt:lpstr>
      <vt:lpstr>Components</vt:lpstr>
      <vt:lpstr>Steps</vt:lpstr>
      <vt:lpstr>5 Whys Method</vt:lpstr>
      <vt:lpstr>Comparison</vt:lpstr>
      <vt:lpstr>When to use each</vt:lpstr>
      <vt:lpstr>Best Practices:*</vt:lpstr>
      <vt:lpstr>Software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18</cp:revision>
  <dcterms:created xsi:type="dcterms:W3CDTF">2024-12-01T14:08:36Z</dcterms:created>
  <dcterms:modified xsi:type="dcterms:W3CDTF">2024-12-03T03:01:59Z</dcterms:modified>
</cp:coreProperties>
</file>