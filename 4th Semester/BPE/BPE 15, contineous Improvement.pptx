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6B26-719F-9F2F-77C5-11849E9E8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B8237-B928-A40F-237D-BFDEF82D2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6ED47-9CEF-3165-4BB6-E146C184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5D17F-1AF3-4BE3-B0C6-05CE4F8C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6661-83D5-5FDB-0EF1-5CA7E3A8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3469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7685-2FFC-5AEA-C1D3-9B310A765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85C74-F656-8948-1E09-F686B7F6B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421FF-A0F3-308A-D0D6-7AD116E6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35D27-D492-3AC9-70D0-2CE8E393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3738B-BD2F-2D0C-AFB5-20A9B40A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339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18A8-016C-A66D-ABF6-6DB23D26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8AADB-28F4-FBD9-4547-D6769FD02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5D623-D4CA-D2B1-D1B7-6563E1D4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32E96-1090-B43A-8AF4-1B38875E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7994-DF5A-4087-332D-B7F454AB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231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8F677-8B4E-E3E0-A6B1-6D576D2F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82B0B-541B-924C-BA3A-00BDC9A2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8EB50-592A-27B0-050B-9DA03F057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547F7-85F2-1129-EE98-D1CE1D3A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9446B-53E9-92BE-92BC-4E539447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BFCA1-6636-8A83-ADA8-27E41DF4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566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3CEF-9A21-3176-822C-942597B4C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C6B75-068F-75DA-FAC8-AD0BC8F9B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BE6AA-DD7C-9C4C-EEFE-2ABB9FFAE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848A6D-B717-60CB-D478-BCE7B7FD1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B4CC8-4CFB-1A47-2C9C-A2B839B713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B9A4B-381B-0960-BF03-1CACD48D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A67F0-2F6F-9DCF-3C97-260C640C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CF461F-546E-D088-8B2D-37171ADD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509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C0AB-D4B4-18F3-D7E9-261E95CC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5CF4D-CE4C-CCB6-DEA0-7E5DCE6A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A239F-C3ED-EF3F-CC44-5FA09AF7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68A71-02AA-47B2-EB5A-9159ED37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786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26D94-0D04-3E89-2D26-B068DA60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5611E-5267-46E1-D72E-CD6239BC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8283-9F67-AF8D-CAB7-F40AE52C7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5011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B7FB-7DF2-AEDD-0553-68862539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1AFF3-7D9D-AA73-2477-C5AE83FD4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C76062-ABDF-2161-83FF-AF62B460F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07D71-5A5C-98A2-91BA-1F2FA2781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4838B-3A0D-21E8-7743-849767CA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6D775-683C-C776-35C2-D9AFF188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279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D5902-9408-220C-BFF8-863CE941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B31E5-D731-5C4C-8400-3F20A8011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1308B-2577-DCE9-36EE-B0F0BD926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B63D5-FBB4-12B7-9AC4-6DBD6F53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C36CF-5C6E-AF2C-8072-186165F4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9326E-7BDF-38F8-C005-186CD264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4447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3C8B-B0AA-627C-F5EB-F2597EE5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B92B7-F50F-EBAB-A38C-E790C3BE1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9FD5A-E2EE-2FFE-B55D-802CFDF4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0C649-35D4-11C2-ADA1-8435E324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740E2-4A18-E342-041B-9BD44C09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79173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2B6E27-B48E-18D3-BEF1-671C3A646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1CEB7-2931-4525-5A29-8E9946096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3ADC-70D3-D87A-7C5E-1EAA9028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252E2-5332-1F85-9EF3-1C2C7F151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86DF-EE70-D757-412A-BE4C44838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525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6A373-8429-A355-894D-A264C515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046EC-E2BF-1203-3E62-D548E1F09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EAFF-F78B-A299-0455-23AADBA3D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4CD66-BD2E-46B5-9EB5-2915D8E887F0}" type="datetimeFigureOut">
              <a:rPr lang="en-PK" smtClean="0"/>
              <a:t>11/10/2024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A4F5E-77A9-0689-29DF-4DFA60C4E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35869-0053-8AA4-E4F4-3B5F7E22C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EE030-FF97-4310-B2B2-1CAE99AFBBD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9307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BFE6-FA61-84C5-BE6F-B6D65C7AC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002890"/>
          </a:xfrm>
        </p:spPr>
        <p:txBody>
          <a:bodyPr>
            <a:no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Continuous Improvement (CI)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132F6-AC9A-4E42-BE8E-86C3B017B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150375"/>
            <a:ext cx="12191999" cy="570762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Continuous Improvement (CI) is a philosophy and methodology aimed at constantly improving processes, products, and services.</a:t>
            </a:r>
            <a:b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3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*Key Principles:*</a:t>
            </a:r>
            <a:b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32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Customer focus</a:t>
            </a: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Employee empowerment</a:t>
            </a: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Continuous learning</a:t>
            </a: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Data-driven decision-making</a:t>
            </a: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Collaboration and teamwork</a:t>
            </a: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6. Long-term perspective</a:t>
            </a:r>
          </a:p>
          <a:p>
            <a:pPr algn="l"/>
            <a:r>
              <a:rPr lang="en-US" sz="3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7. Incremental and iterative improvement</a:t>
            </a:r>
          </a:p>
          <a:p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356864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37F5-CC6D-B061-38ED-F321B453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5864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*Continuous Improvement Methodologies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CE050-D226-DB87-0F13-3FE09D76B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800" dirty="0"/>
              <a:t>1. Kaizen</a:t>
            </a:r>
          </a:p>
          <a:p>
            <a:r>
              <a:rPr lang="en-US" sz="4800" dirty="0"/>
              <a:t>2. Lean</a:t>
            </a:r>
          </a:p>
          <a:p>
            <a:r>
              <a:rPr lang="en-US" sz="4800" dirty="0"/>
              <a:t>3. Six Sigma</a:t>
            </a:r>
          </a:p>
          <a:p>
            <a:r>
              <a:rPr lang="en-US" sz="4800" dirty="0"/>
              <a:t>4. Total Quality Management (TQM)</a:t>
            </a:r>
          </a:p>
          <a:p>
            <a:r>
              <a:rPr lang="en-US" sz="4800" dirty="0"/>
              <a:t>5. Agile</a:t>
            </a:r>
          </a:p>
          <a:p>
            <a:r>
              <a:rPr lang="en-US" sz="4800" dirty="0"/>
              <a:t>6. Plan-Do-Check-Act (PDCA)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4848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9A53-BA0B-C590-A224-F8C82A4E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valuable Agile project management tips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5B4B7-BE3D-9524-97E7-67AE1D1FF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Here are some valuable Agile project management tips: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*Planning and Preparation*</a:t>
            </a:r>
            <a:br>
              <a:rPr lang="en-US" dirty="0"/>
            </a:br>
            <a:endParaRPr lang="en-US" dirty="0"/>
          </a:p>
          <a:p>
            <a:r>
              <a:rPr lang="en-US" dirty="0"/>
              <a:t>1. *Define clear goals and objectives*: Establish a clear vision and scope for the project.</a:t>
            </a:r>
          </a:p>
          <a:p>
            <a:r>
              <a:rPr lang="en-US" dirty="0"/>
              <a:t>2. *Create a product backlog*: Prioritize features and requirements.</a:t>
            </a:r>
          </a:p>
          <a:p>
            <a:r>
              <a:rPr lang="en-US" dirty="0"/>
              <a:t>3. *Estimate tasks*: Use story points or hours to estimate task complexity.</a:t>
            </a:r>
          </a:p>
          <a:p>
            <a:r>
              <a:rPr lang="en-US" dirty="0"/>
              <a:t>4. *Set iterations/sprints*: Divide work into manageable chunks.</a:t>
            </a:r>
          </a:p>
          <a:p>
            <a:r>
              <a:rPr lang="en-US" dirty="0"/>
              <a:t>5. *Identify team roles*: Clarify responsibilities and expectations.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6878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77CC-0E6E-5CE1-3CBC-4D13068D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Collaboration and Communication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1872F-BADC-6ED9-CB32-404A55CDF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*Daily stand-ups*: Regular team meetings for progress updates.</a:t>
            </a:r>
          </a:p>
          <a:p>
            <a:r>
              <a:rPr lang="en-US" dirty="0"/>
              <a:t>2. *Active communication*: Encourage open, transparent communication.</a:t>
            </a:r>
          </a:p>
          <a:p>
            <a:r>
              <a:rPr lang="en-US" dirty="0"/>
              <a:t>3. *Collaborative decision-making*: Involve team members in decision-making.</a:t>
            </a:r>
          </a:p>
          <a:p>
            <a:r>
              <a:rPr lang="en-US" dirty="0"/>
              <a:t>4. *Cross-functional teams*: Assemble diverse skill sets.</a:t>
            </a:r>
          </a:p>
          <a:p>
            <a:r>
              <a:rPr lang="en-US" dirty="0"/>
              <a:t>5. *Retrospectives*: Reflect on processes and improve.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28901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BAB8-3F08-D1F8-5A3E-723892AD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Adaptability and Flexibility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E5203-9978-5C32-C92B-D9D708321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*Embrace change*: Be open to changing requirements.</a:t>
            </a:r>
          </a:p>
          <a:p>
            <a:r>
              <a:rPr lang="en-US" dirty="0"/>
              <a:t>2. *Iterative development*: Deliver working software in iterations.</a:t>
            </a:r>
          </a:p>
          <a:p>
            <a:r>
              <a:rPr lang="en-US" dirty="0"/>
              <a:t>3. *Continuous integration*: Integrate changes regularly.</a:t>
            </a:r>
          </a:p>
          <a:p>
            <a:r>
              <a:rPr lang="en-US" dirty="0"/>
              <a:t>4. *Prioritize adaptability*: Over rigid plans.</a:t>
            </a:r>
          </a:p>
          <a:p>
            <a:r>
              <a:rPr lang="en-US" dirty="0"/>
              <a:t>5. *Respond to feedback*: Incorporate customer/user feedback.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3061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DD43-107E-2882-1123-89E1B50D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and Quality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7080-6E7E-68E4-20AC-45EBF976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*Continuous testing*: Test early, test often.</a:t>
            </a:r>
          </a:p>
          <a:p>
            <a:r>
              <a:rPr lang="en-US" dirty="0"/>
              <a:t>2. *Automate testing*: Reduce manual testing.</a:t>
            </a:r>
          </a:p>
          <a:p>
            <a:r>
              <a:rPr lang="en-US" dirty="0"/>
              <a:t>3. *Code reviews*: Ensure quality code.</a:t>
            </a:r>
          </a:p>
          <a:p>
            <a:r>
              <a:rPr lang="en-US" dirty="0"/>
              <a:t>4. *Risk-based planning*: Identify and mitigate risks.</a:t>
            </a:r>
          </a:p>
          <a:p>
            <a:r>
              <a:rPr lang="en-US" dirty="0"/>
              <a:t>5. *Monitor progress*: Track velocity and burn-down charts.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1010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3549-88B4-961F-0AA1-B76371A7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and Culture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08C3E-FEB8-A3B6-97B7-6DFA9B1A2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*Servant leadership*: Support team growth.</a:t>
            </a:r>
          </a:p>
          <a:p>
            <a:r>
              <a:rPr lang="en-US" dirty="0"/>
              <a:t>2. *Empower team members*: Give autonomy.</a:t>
            </a:r>
          </a:p>
          <a:p>
            <a:r>
              <a:rPr lang="en-US" dirty="0"/>
              <a:t>3. *Foster a culture of innovation*: Encourage experimentation.</a:t>
            </a:r>
          </a:p>
          <a:p>
            <a:r>
              <a:rPr lang="en-US" dirty="0"/>
              <a:t>4. *Celebrate successes*: Recognize team achievements.</a:t>
            </a:r>
          </a:p>
          <a:p>
            <a:r>
              <a:rPr lang="en-US" dirty="0"/>
              <a:t>5. *Continuous improvement*: Strive for process improvements.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733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15F2-6CA5-947C-CF47-10A78DBED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66031-05C6-1C35-4468-61C7519E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*Agile project management tools*: Utilize tools like Jira, Asana, or Trello.</a:t>
            </a:r>
          </a:p>
          <a:p>
            <a:r>
              <a:rPr lang="en-US" dirty="0"/>
              <a:t>2. *Kanban boards*: Visualize workflows.</a:t>
            </a:r>
          </a:p>
          <a:p>
            <a:r>
              <a:rPr lang="en-US" dirty="0"/>
              <a:t>3. *Scrum boards*: Track sprint progress.</a:t>
            </a:r>
          </a:p>
          <a:p>
            <a:r>
              <a:rPr lang="en-US" dirty="0"/>
              <a:t>4. *Burn-down charts*: Monitor progress.</a:t>
            </a:r>
          </a:p>
          <a:p>
            <a:r>
              <a:rPr lang="en-US" dirty="0"/>
              <a:t>5. *Velocity charts*: Measure team productivity.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9862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D897-4B11-025F-4CD0-449A1A2A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Agile Methodologies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C9DDA-BC12-C6E6-712C-75BAEFB47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 *Scrum*: Framework for managing and completing complex projects.</a:t>
            </a:r>
          </a:p>
          <a:p>
            <a:r>
              <a:rPr lang="en-US" dirty="0"/>
              <a:t>2. *Kanban*: Visual system for managing work.</a:t>
            </a:r>
          </a:p>
          <a:p>
            <a:r>
              <a:rPr lang="en-US" dirty="0"/>
              <a:t>3. *Lean*: Focus on eliminating waste.</a:t>
            </a:r>
          </a:p>
          <a:p>
            <a:r>
              <a:rPr lang="en-US" dirty="0"/>
              <a:t>4. *Extreme Programming (XP)*: Emphasizes technical practices.</a:t>
            </a:r>
          </a:p>
          <a:p>
            <a:r>
              <a:rPr lang="en-US" dirty="0"/>
              <a:t>5. *Crystal*: Family of Agile methodologies.</a:t>
            </a:r>
          </a:p>
          <a:p>
            <a:r>
              <a:rPr lang="en-US" dirty="0"/>
              <a:t>These tips will help you implement Agile principles effectively, but remember that every project is unique, and it's essential to tailor your approach to your specific needs.</a:t>
            </a:r>
          </a:p>
          <a:p>
            <a:br>
              <a:rPr lang="en-US" dirty="0"/>
            </a:b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001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F1B8B-09EB-304C-5BEA-7768AF84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188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Tools and Techniques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29D21-AB65-50A5-0251-7FF592A4C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5700" dirty="0"/>
              <a:t>1. Fishbone Diagrams (Ishikawa)</a:t>
            </a:r>
          </a:p>
          <a:p>
            <a:r>
              <a:rPr lang="en-US" sz="5700" dirty="0"/>
              <a:t>2. Pareto Analysis</a:t>
            </a:r>
          </a:p>
          <a:p>
            <a:r>
              <a:rPr lang="en-US" sz="5700" dirty="0"/>
              <a:t>3. Root Cause Analysis (RCA)</a:t>
            </a:r>
          </a:p>
          <a:p>
            <a:r>
              <a:rPr lang="en-US" sz="5700" dirty="0"/>
              <a:t>4. SWOT Analysis</a:t>
            </a:r>
          </a:p>
          <a:p>
            <a:r>
              <a:rPr lang="en-US" sz="5700" dirty="0"/>
              <a:t>5. Value Stream Mapping (VSM)</a:t>
            </a:r>
          </a:p>
          <a:p>
            <a:r>
              <a:rPr lang="en-US" sz="5700" dirty="0"/>
              <a:t>6. Brainstorming</a:t>
            </a:r>
          </a:p>
          <a:p>
            <a:r>
              <a:rPr lang="en-US" sz="5700" dirty="0"/>
              <a:t>7. Mind Mapping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0701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80E4-6D1F-E854-5345-3436B88B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748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Benefits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067AD-800F-0174-C09B-86094FE17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800" dirty="0"/>
              <a:t>1. Improved efficiency and productivity</a:t>
            </a:r>
          </a:p>
          <a:p>
            <a:r>
              <a:rPr lang="en-US" sz="4800" dirty="0"/>
              <a:t>2. Enhanced customer satisfaction</a:t>
            </a:r>
          </a:p>
          <a:p>
            <a:r>
              <a:rPr lang="en-US" sz="4800" dirty="0"/>
              <a:t>3. Increased employee engagement</a:t>
            </a:r>
          </a:p>
          <a:p>
            <a:r>
              <a:rPr lang="en-US" sz="4800" dirty="0"/>
              <a:t>4. Reduced costs and waste</a:t>
            </a:r>
          </a:p>
          <a:p>
            <a:r>
              <a:rPr lang="en-US" sz="4800" dirty="0"/>
              <a:t>5. Improved quality and reliability</a:t>
            </a:r>
          </a:p>
          <a:p>
            <a:r>
              <a:rPr lang="en-US" sz="4800" dirty="0"/>
              <a:t>6. Competitive advantage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5468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02CC-02EE-22E8-7BAD-65C12BD3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8814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Continuous Improvement Cycle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5D90-2435-646D-A354-3B17DA6F7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5700" dirty="0"/>
              <a:t>1. Identify opportunities</a:t>
            </a:r>
          </a:p>
          <a:p>
            <a:r>
              <a:rPr lang="en-US" sz="5700" dirty="0"/>
              <a:t>2. Analyze and prioritize</a:t>
            </a:r>
          </a:p>
          <a:p>
            <a:r>
              <a:rPr lang="en-US" sz="5700" dirty="0"/>
              <a:t>3. Develop solutions</a:t>
            </a:r>
          </a:p>
          <a:p>
            <a:r>
              <a:rPr lang="en-US" sz="5700" dirty="0"/>
              <a:t>4. Implement changes</a:t>
            </a:r>
          </a:p>
          <a:p>
            <a:r>
              <a:rPr lang="en-US" sz="5700" dirty="0"/>
              <a:t>5. Evaluate and refine</a:t>
            </a:r>
          </a:p>
          <a:p>
            <a:r>
              <a:rPr lang="en-US" sz="5700" dirty="0"/>
              <a:t>6. Standardize and sustain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4426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D1F2F-2AC0-0D76-0BBE-FCF30594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39"/>
            <a:ext cx="10515600" cy="81116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Industry Applications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D4B4-73E1-B3B0-AF3C-CD414DCF7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800" dirty="0"/>
              <a:t>1. Manufacturing</a:t>
            </a:r>
          </a:p>
          <a:p>
            <a:r>
              <a:rPr lang="en-US" sz="4800" dirty="0"/>
              <a:t>2. Healthcare</a:t>
            </a:r>
          </a:p>
          <a:p>
            <a:r>
              <a:rPr lang="en-US" sz="4800" dirty="0"/>
              <a:t>3. Service industries</a:t>
            </a:r>
          </a:p>
          <a:p>
            <a:r>
              <a:rPr lang="en-US" sz="4800" dirty="0"/>
              <a:t>4. Technology and software</a:t>
            </a:r>
          </a:p>
          <a:p>
            <a:r>
              <a:rPr lang="en-US" sz="4800" dirty="0"/>
              <a:t>5. Finance and banking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25526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660C0-FC16-7121-697B-FD0FE2C4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40"/>
            <a:ext cx="10515600" cy="85540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Software Tools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EF809-B3AD-81E2-60AC-B51133ABC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sz="5700" dirty="0"/>
          </a:p>
          <a:p>
            <a:r>
              <a:rPr lang="en-US" sz="5700" dirty="0"/>
              <a:t>1. Quality management software (e.g., </a:t>
            </a:r>
            <a:r>
              <a:rPr lang="en-US" sz="5700" dirty="0" err="1"/>
              <a:t>Qualityze</a:t>
            </a:r>
            <a:r>
              <a:rPr lang="en-US" sz="5700" dirty="0"/>
              <a:t>)</a:t>
            </a:r>
          </a:p>
          <a:p>
            <a:r>
              <a:rPr lang="en-US" sz="5700" dirty="0"/>
              <a:t>2. Project management tools (e.g., Asana, Trello)</a:t>
            </a:r>
          </a:p>
          <a:p>
            <a:r>
              <a:rPr lang="en-US" sz="5700" dirty="0"/>
              <a:t>3. Continuous improvement platforms (e.g., </a:t>
            </a:r>
            <a:r>
              <a:rPr lang="en-US" sz="5700" dirty="0" err="1"/>
              <a:t>KaiNexus</a:t>
            </a:r>
            <a:r>
              <a:rPr lang="en-US" sz="5700" dirty="0"/>
              <a:t>)</a:t>
            </a:r>
          </a:p>
          <a:p>
            <a:r>
              <a:rPr lang="en-US" sz="5700" dirty="0"/>
              <a:t>4. Data analytics software (e.g., Tableau)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7710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351A0-58A3-CF0D-0C30-0595952A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864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Best Practices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66939-7D50-F591-3E09-2B14D8137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800" dirty="0"/>
              <a:t>1. Establish a CI culture</a:t>
            </a:r>
          </a:p>
          <a:p>
            <a:r>
              <a:rPr lang="en-US" sz="4800" dirty="0"/>
              <a:t>2. Set clear goals and metrics</a:t>
            </a:r>
          </a:p>
          <a:p>
            <a:r>
              <a:rPr lang="en-US" sz="4800" dirty="0"/>
              <a:t>3. Engage employees and stakeholders</a:t>
            </a:r>
          </a:p>
          <a:p>
            <a:r>
              <a:rPr lang="en-US" sz="4800" dirty="0"/>
              <a:t>4. Foster a learning environment</a:t>
            </a:r>
          </a:p>
          <a:p>
            <a:r>
              <a:rPr lang="en-US" sz="4800" dirty="0"/>
              <a:t>5. Recognize and reward improvements</a:t>
            </a:r>
          </a:p>
          <a:p>
            <a:r>
              <a:rPr lang="en-US" sz="4800" dirty="0"/>
              <a:t>6. Continuously monitor and evaluate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3399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808</Words>
  <Application>Microsoft Office PowerPoint</Application>
  <PresentationFormat>Widescreen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Continuous Improvement (CI)</vt:lpstr>
      <vt:lpstr>*Continuous Improvement Methodologies</vt:lpstr>
      <vt:lpstr>some valuable Agile project management tips</vt:lpstr>
      <vt:lpstr>Team Collaboration and Communication</vt:lpstr>
      <vt:lpstr>Adaptability and Flexibility</vt:lpstr>
      <vt:lpstr>Risk Management and Quality</vt:lpstr>
      <vt:lpstr>Leadership and Culture</vt:lpstr>
      <vt:lpstr>Tools and Techniques</vt:lpstr>
      <vt:lpstr>Common Agile Methodologies</vt:lpstr>
      <vt:lpstr>Tools and Techniques</vt:lpstr>
      <vt:lpstr>Benefits</vt:lpstr>
      <vt:lpstr>Continuous Improvement Cycle</vt:lpstr>
      <vt:lpstr>Industry Applications</vt:lpstr>
      <vt:lpstr>Software Tools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35</cp:revision>
  <dcterms:created xsi:type="dcterms:W3CDTF">2024-09-22T14:38:15Z</dcterms:created>
  <dcterms:modified xsi:type="dcterms:W3CDTF">2024-10-11T11:32:32Z</dcterms:modified>
</cp:coreProperties>
</file>