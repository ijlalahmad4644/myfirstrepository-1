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1E8C-B5CD-4934-A0A6-833138FD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F4641-BDF7-4226-8EEC-D1A4E818C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0ED4-9954-4EE0-9BA4-1C5D92D7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CBB52-5566-4A46-B57B-609CB1AA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8761F-2D5D-4041-AE6F-6E6661D9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D6A2-DEF5-47C4-825F-A099E7CE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7F00-D7C0-45E0-8359-2B40AF07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6CB7A-952C-40CD-8444-E2877118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6FC19-F3CB-499A-A08A-9AB97FD7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C9697-A250-4418-899C-9EDE2832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4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8F45-9720-4041-833E-C444E1E4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B576-34DC-4141-AB6A-4F35F2019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106BB-6341-465E-A026-CE081C4D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7B4C-BFBA-4D79-A726-BC0F51F5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8B387-7628-4710-ACCF-D80D6C18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3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ADB9-BCE7-4897-ABE1-6564F350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29A9-D44F-431B-B385-6F9986022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C5395-12E8-4742-A100-00EF7F777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9BDDC-95C7-4C28-A7A1-B4CFB265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F031E-8EC8-4E22-835A-AE89BAD4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9F69F-B9F0-4A99-813E-C2479C65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4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7830-04AE-460E-94B2-2C4849F8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1C63B-82E1-403E-8535-AE25E5B80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A6290-A9B0-461F-8B24-A2E1F5D5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91F5F-C76C-4955-8670-3CA44DCB1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D7553-E810-42F4-9A82-C39EE051A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60F58-85FE-4EF6-B6C6-35D0D8AE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234DB-2334-41DC-A533-74BD8BC9D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CA9C5-BFC4-4109-AB06-F506E707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5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171F-5D1A-43E4-9B04-ACCB6401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9443C-9EC2-4440-B501-83E0B6FD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96A0B-E962-45FA-B786-4C2B5035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04089-A94D-4E92-A645-1BF50171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8ABD8-C9F1-4EDD-819D-165D6132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54FFE-C689-4B40-B665-CB727A25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1E3F-14D3-45B4-8E64-AAC691F7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7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B646-136F-4CCE-84F7-1FAD1566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AA8E-AD89-4299-9D31-5AFFACF80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BE1CB-2534-40E0-A107-20EDE679A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CE7EA-F6E4-4E11-A01E-6B1944FF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4D924-8493-4433-B27E-B72F9417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A80AD-79E4-4766-84BE-BA6D6235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2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062D-72E5-4A08-9C89-2E1B9DC86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17BDB-B4CA-49F7-9AB9-BA912CCD4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60D41-951D-4F88-B218-E91E3B14B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1EA88-CAD4-438B-983E-2A21F951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1D0AB-31B0-42BB-8075-50CEA879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AA0E-9DB3-4BEE-BFA2-E52BA308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20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4E9D-7404-470B-9597-ED76901A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67F0F-8AED-41EF-ADB7-0AB507C9B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8CE8E-95CF-406C-817B-6726F1FA7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97FBF-DEE6-4800-B21A-87286775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7798-E97A-4892-8D25-ECAA5137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64908-665B-4336-B25A-BC430D6B4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5B300-15BF-464F-8491-30E0CDC64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28455-E2BD-496E-A915-F05274DB9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D405A-3040-43F7-9CD3-F3C6B15B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41CA-F55A-49ED-BDEF-7E5CEE43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9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0F5F8-AE0A-4658-825F-6DCBFDE9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01566-1C7B-4251-AC2F-9EA666A42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86765-B3AC-494C-9663-F6CFEBFE3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53F88-E9BA-44EB-8B4E-1F2BA8DD9133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F9293-23AB-4E0C-9C32-2954B4E27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FB107-D2BE-45BB-8979-BE0F99C85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82C92-9840-4AA9-A292-1062350E2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2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1F9B-0932-46A9-8016-1030FB6F8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003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TYPES OF INVENTORY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1E3F9-E16C-4399-9EE7-0D05F4946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00333"/>
            <a:ext cx="12192000" cy="595766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Inventory is one of the eight wastes (MUDA) in Business Process Excellence (BPE) and Lean Manufacturing.</a:t>
            </a:r>
          </a:p>
          <a:p>
            <a:r>
              <a:rPr lang="en-US" dirty="0"/>
              <a:t>Definition: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Excess materials, goods, or information that are not being used or processed, resulting in unnecessary costs and inefficiencies.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Types of Inventory</a:t>
            </a:r>
          </a:p>
          <a:p>
            <a:r>
              <a:rPr lang="en-US" dirty="0"/>
              <a:t>1. Raw Materials</a:t>
            </a:r>
          </a:p>
          <a:p>
            <a:r>
              <a:rPr lang="en-US" dirty="0"/>
              <a:t>2. Work-in-Progress (WIP)</a:t>
            </a:r>
          </a:p>
          <a:p>
            <a:r>
              <a:rPr lang="en-US" dirty="0"/>
              <a:t>3. Finished Goods</a:t>
            </a:r>
          </a:p>
          <a:p>
            <a:r>
              <a:rPr lang="en-US" dirty="0"/>
              <a:t>4. Maintenance, Repair, and Operations (MRO) supplies</a:t>
            </a:r>
          </a:p>
          <a:p>
            <a:r>
              <a:rPr lang="en-US" dirty="0"/>
              <a:t>5. Information and Data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5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3C95-5FFE-409D-B405-1C24B754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8473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Causes of Excess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AB53-853C-4FB1-AB1C-12CF576B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8129"/>
            <a:ext cx="11353800" cy="5999870"/>
          </a:xfrm>
        </p:spPr>
        <p:txBody>
          <a:bodyPr>
            <a:normAutofit/>
          </a:bodyPr>
          <a:lstStyle/>
          <a:p>
            <a:r>
              <a:rPr lang="en-US" dirty="0"/>
              <a:t>1. Overproduction</a:t>
            </a:r>
          </a:p>
          <a:p>
            <a:r>
              <a:rPr lang="en-US" dirty="0"/>
              <a:t>2. Poor forecasting</a:t>
            </a:r>
          </a:p>
          <a:p>
            <a:r>
              <a:rPr lang="en-US" dirty="0"/>
              <a:t>3. Inefficient supply chain management</a:t>
            </a:r>
          </a:p>
          <a:p>
            <a:r>
              <a:rPr lang="en-US" dirty="0"/>
              <a:t>4. Lack of standardization</a:t>
            </a:r>
          </a:p>
          <a:p>
            <a:r>
              <a:rPr lang="en-US" dirty="0"/>
              <a:t>5. Insufficient inventory management</a:t>
            </a:r>
          </a:p>
          <a:p>
            <a:r>
              <a:rPr lang="en-US" dirty="0"/>
              <a:t>6. Long lead times</a:t>
            </a:r>
          </a:p>
          <a:p>
            <a:r>
              <a:rPr lang="en-US" dirty="0"/>
              <a:t>7. Overreliance on safety stock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092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C733-7083-4363-BCD3-6430622E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541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Consequences of Excess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1E97-9878-4AFA-9534-6658E7024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0671"/>
            <a:ext cx="12192000" cy="58873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Ties up capital and resources</a:t>
            </a:r>
          </a:p>
          <a:p>
            <a:r>
              <a:rPr lang="en-US" dirty="0"/>
              <a:t>2. Increases storage and maintenance costs</a:t>
            </a:r>
          </a:p>
          <a:p>
            <a:r>
              <a:rPr lang="en-US" dirty="0"/>
              <a:t>3. Risks obsolescence and waste</a:t>
            </a:r>
          </a:p>
          <a:p>
            <a:r>
              <a:rPr lang="en-US" dirty="0"/>
              <a:t>4. Reduces productivity and efficiency</a:t>
            </a:r>
          </a:p>
          <a:p>
            <a:r>
              <a:rPr lang="en-US" dirty="0"/>
              <a:t>5. Increases lead times</a:t>
            </a:r>
          </a:p>
          <a:p>
            <a:r>
              <a:rPr lang="en-US" dirty="0"/>
              <a:t>6. Decreases customer satisfaction</a:t>
            </a:r>
          </a:p>
          <a:p>
            <a:r>
              <a:rPr lang="en-US" dirty="0"/>
              <a:t>7. Financial losses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6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89CF-FADB-4AF3-A5B6-713D69CD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25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Solutions to Excess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4A11F-1D25-44D6-87BE-959694934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535"/>
            <a:ext cx="12192000" cy="52344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Implement Just-In-Time (JIT) production</a:t>
            </a:r>
          </a:p>
          <a:p>
            <a:r>
              <a:rPr lang="en-US" dirty="0"/>
              <a:t>2. Improve forecasting and demand planning</a:t>
            </a:r>
          </a:p>
          <a:p>
            <a:r>
              <a:rPr lang="en-US" dirty="0"/>
              <a:t>3. Optimize inventory levels</a:t>
            </a:r>
          </a:p>
          <a:p>
            <a:r>
              <a:rPr lang="en-US" dirty="0"/>
              <a:t>4. Implement pull production</a:t>
            </a:r>
          </a:p>
          <a:p>
            <a:r>
              <a:rPr lang="en-US" dirty="0"/>
              <a:t>5. Reduce batch sizes</a:t>
            </a:r>
          </a:p>
          <a:p>
            <a:r>
              <a:rPr lang="en-US" dirty="0"/>
              <a:t>6. Increase inventory turns</a:t>
            </a:r>
          </a:p>
          <a:p>
            <a:r>
              <a:rPr lang="en-US" dirty="0"/>
              <a:t>7. Implement Total Productive Maintenance (TPM)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7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8D01-8030-4D22-8E51-8E636AAB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21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BPE Tools to Address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44193-722E-46A6-A540-C8C27B0AA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1520"/>
            <a:ext cx="12192000" cy="54454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Kanban</a:t>
            </a:r>
          </a:p>
          <a:p>
            <a:r>
              <a:rPr lang="en-US" dirty="0"/>
              <a:t>7. Inventory optimization software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4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B5D9-B0F9-4CD5-B163-4E6F74E9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75"/>
            <a:ext cx="10515600" cy="82999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E01A2-EAC6-4446-A8A5-D5A2EA7B7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8"/>
            <a:ext cx="12192000" cy="52484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Maintain optimal inventory levels</a:t>
            </a:r>
          </a:p>
          <a:p>
            <a:r>
              <a:rPr lang="en-US" dirty="0"/>
              <a:t>2. Monitor and adjust inventory regularly</a:t>
            </a:r>
          </a:p>
          <a:p>
            <a:r>
              <a:rPr lang="en-US" dirty="0"/>
              <a:t>3. Implement continuous improvement</a:t>
            </a:r>
          </a:p>
          <a:p>
            <a:r>
              <a:rPr lang="en-US" dirty="0"/>
              <a:t>4. Engage employees in inventory reduction</a:t>
            </a:r>
          </a:p>
          <a:p>
            <a:r>
              <a:rPr lang="en-US" dirty="0"/>
              <a:t>5. Focus on customer needs and expectations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2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B99F-32B9-440B-9D9D-16C2350B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21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Inventory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2CC0-BAE7-4378-92F3-6D1365536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9145"/>
            <a:ext cx="12192000" cy="51078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Inventory Turnover Ratio</a:t>
            </a:r>
          </a:p>
          <a:p>
            <a:r>
              <a:rPr lang="en-US" dirty="0"/>
              <a:t>2. Days Inventory Outstanding (DIO)</a:t>
            </a:r>
          </a:p>
          <a:p>
            <a:r>
              <a:rPr lang="en-US" dirty="0"/>
              <a:t>3. Inventory Carrying Costs</a:t>
            </a:r>
          </a:p>
          <a:p>
            <a:r>
              <a:rPr lang="en-US" dirty="0"/>
              <a:t>4. Obsolete Inventory Percentage</a:t>
            </a:r>
          </a:p>
          <a:p>
            <a:r>
              <a:rPr lang="en-US" dirty="0"/>
              <a:t>5. Fill Rate Percentage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21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3F9B-26AF-426B-B9B7-9DD0C381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0982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Industry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3055-248D-4DC5-8E62-32880BDF0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14400"/>
            <a:ext cx="11353800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Manufacturing</a:t>
            </a:r>
          </a:p>
          <a:p>
            <a:r>
              <a:rPr lang="en-US" dirty="0"/>
              <a:t>2. Retail</a:t>
            </a:r>
          </a:p>
          <a:p>
            <a:r>
              <a:rPr lang="en-US" dirty="0"/>
              <a:t>3. Wholesale</a:t>
            </a:r>
          </a:p>
          <a:p>
            <a:r>
              <a:rPr lang="en-US" dirty="0"/>
              <a:t>4. Healthcare</a:t>
            </a:r>
          </a:p>
          <a:p>
            <a:r>
              <a:rPr lang="en-US" dirty="0"/>
              <a:t>5. Service industries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84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347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TYPES OF INVENTORY</vt:lpstr>
      <vt:lpstr>Causes of Excess Inventory</vt:lpstr>
      <vt:lpstr>Consequences of Excess Inventory</vt:lpstr>
      <vt:lpstr>Solutions to Excess Inventory</vt:lpstr>
      <vt:lpstr>BPE Tools to Address Inventory</vt:lpstr>
      <vt:lpstr>Best Practices</vt:lpstr>
      <vt:lpstr>Inventory Metrics</vt:lpstr>
      <vt:lpstr>Industry 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INVENTORY</dc:title>
  <dc:creator>user</dc:creator>
  <cp:lastModifiedBy>user</cp:lastModifiedBy>
  <cp:revision>20</cp:revision>
  <dcterms:created xsi:type="dcterms:W3CDTF">2024-12-01T14:38:37Z</dcterms:created>
  <dcterms:modified xsi:type="dcterms:W3CDTF">2024-12-07T14:30:15Z</dcterms:modified>
</cp:coreProperties>
</file>