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47EB5A-0453-4362-BECE-A61A473F38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1574D2-1168-4F47-8B90-AF38680108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D75CC3-E641-4F37-AA08-2364CEDA8D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933B1-492E-46C0-8993-4027D726E3C8}" type="datetimeFigureOut">
              <a:rPr lang="en-US" smtClean="0"/>
              <a:t>12/5/2024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2ACAC1-DC7B-4615-AAE7-DE95D18712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F1DAF3-5AB7-44DE-BD14-0143D0FABF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5D3D1-8435-4271-B4B9-06C08DEFD2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4821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357C57-6AE4-4DB1-A8AF-B94AF2A024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0C05CF-C014-435F-BEB6-1734834E51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EF2337-9C12-46CE-B312-8EA168851C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933B1-492E-46C0-8993-4027D726E3C8}" type="datetimeFigureOut">
              <a:rPr lang="en-US" smtClean="0"/>
              <a:t>12/5/2024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44843D-2139-4A78-8DB6-563F1C9A26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C890DA-1A1D-4781-B82F-BB5559378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5D3D1-8435-4271-B4B9-06C08DEFD2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89368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48A56E-5BFE-4448-BD95-30A8840390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DE6EC3-C2BC-491E-AE7A-0D4F17CE7B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36DD20-EE7E-4F9F-854C-01B47E2CF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933B1-492E-46C0-8993-4027D726E3C8}" type="datetimeFigureOut">
              <a:rPr lang="en-US" smtClean="0"/>
              <a:t>12/5/2024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FFDA05-2874-424C-BF09-FF569F7733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C7E983-B4CE-465F-A2B8-7C0A3B349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5D3D1-8435-4271-B4B9-06C08DEFD2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471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95FDC3-DC04-4440-9989-A0F65E27B4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59F835-A165-48FF-8D96-FF332395C7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B9A2E5-DB7B-4276-9066-823B8C89E5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0A0007-DE0B-467E-9B74-03AACCC5B3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933B1-492E-46C0-8993-4027D726E3C8}" type="datetimeFigureOut">
              <a:rPr lang="en-US" smtClean="0"/>
              <a:t>12/5/2024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6B26B6-3BEE-46D6-BDD3-3A256F675A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3FE5E2-B1F9-406F-A9D0-4A236AC6C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5D3D1-8435-4271-B4B9-06C08DEFD2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00909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A7ED66-7925-4CBD-AE24-FD36AECF00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6FDE2F-A17B-4A74-B758-F58DE5AC47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086FB8-9006-4D41-A21C-A4676F9D46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2507BD-47F9-4359-9558-D5A45798C9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7661D0-1E3B-44DA-96A5-470D512020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385C1C3-98D0-4AFC-A2EB-95ABCB012F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933B1-492E-46C0-8993-4027D726E3C8}" type="datetimeFigureOut">
              <a:rPr lang="en-US" smtClean="0"/>
              <a:t>12/5/2024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AEE5670-E497-403A-A171-DD6349F7CF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5C77A04-3F2A-4B7B-B513-D62A96B36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5D3D1-8435-4271-B4B9-06C08DEFD2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3579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AD4526-FB4E-4D33-9971-087DDAC38E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8942AE-C58E-45EA-BA1C-D2715B49DB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933B1-492E-46C0-8993-4027D726E3C8}" type="datetimeFigureOut">
              <a:rPr lang="en-US" smtClean="0"/>
              <a:t>12/5/2024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8C9B2D-71F3-4A1D-AC58-37E2A4DD5B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5B64B9-FBD0-4731-AA0D-31003610A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5D3D1-8435-4271-B4B9-06C08DEFD2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28758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65FB8F8-CD6C-44D2-B946-04F9EF7D4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933B1-492E-46C0-8993-4027D726E3C8}" type="datetimeFigureOut">
              <a:rPr lang="en-US" smtClean="0"/>
              <a:t>12/5/2024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7E60A73-A5B2-4237-A43C-80AB40827F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FECC0C-7C74-4039-8816-CFC9FBB9B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5D3D1-8435-4271-B4B9-06C08DEFD2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75637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473AC9-CBDB-4C8F-B8CD-2E31210707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619A23-4634-47A2-8F4D-16976C62B1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744C24-4115-4BA7-ACBA-1FF1773D66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264185-3CA1-480F-AB10-D2CD2E0F09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933B1-492E-46C0-8993-4027D726E3C8}" type="datetimeFigureOut">
              <a:rPr lang="en-US" smtClean="0"/>
              <a:t>12/5/2024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880297-3F76-4525-828F-6582A8F77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534FFD-C82B-44C5-8205-324C89646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5D3D1-8435-4271-B4B9-06C08DEFD2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07905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A4EDB6-623E-4613-86B9-A5AC4BD42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B1198D8-22BC-400B-A47D-76184D551DC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B6DD84-E38E-44B2-82CA-86974AF42F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9FDC8B-1977-4589-B121-7675D70C67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933B1-492E-46C0-8993-4027D726E3C8}" type="datetimeFigureOut">
              <a:rPr lang="en-US" smtClean="0"/>
              <a:t>12/5/2024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7DF817-5F3E-4BC0-8AA9-93E8D43EC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3104C3-B448-482A-AC35-E219A245A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5D3D1-8435-4271-B4B9-06C08DEFD2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09762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35039-28E6-4484-B190-095D1D2CCF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BC7F35-2949-4592-94F8-650FDFB5F8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829488-174A-4421-AF86-A4585B4326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933B1-492E-46C0-8993-4027D726E3C8}" type="datetimeFigureOut">
              <a:rPr lang="en-US" smtClean="0"/>
              <a:t>12/5/2024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7B422C-053F-4391-A5C4-40C6F7BDD9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A64760-6A96-41B3-A680-1FBCA7ED0E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5D3D1-8435-4271-B4B9-06C08DEFD2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8346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5FDC494-A118-4DCA-B8D9-1D1AEE96EB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2334F5-0AA5-4CE9-8D8E-FDD35E5F4F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48EE8E-5516-4D8B-85AD-F263ECBC3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933B1-492E-46C0-8993-4027D726E3C8}" type="datetimeFigureOut">
              <a:rPr lang="en-US" smtClean="0"/>
              <a:t>12/5/2024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A062DF-ECFF-42B4-B01A-8B0FAB8475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1B0873-535C-4F9A-9D71-495FCA5F52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5D3D1-8435-4271-B4B9-06C08DEFD2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69923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C0CD498-F0FF-4FC7-A3D5-A20D4F26DB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000A58-21CB-4A83-9535-880B425A13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4C6D09-3CE0-45B7-85CB-E8DFD794C7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8933B1-492E-46C0-8993-4027D726E3C8}" type="datetimeFigureOut">
              <a:rPr lang="en-US" smtClean="0"/>
              <a:t>12/5/2024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A1F4E4-150E-4D68-8115-C19DB9086E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6EE30C-DB71-447F-8DD5-BC6EA4635B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E5D3D1-8435-4271-B4B9-06C08DEFD2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47226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49AF22-EBDF-412A-9015-65C2C44B12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98475"/>
            <a:ext cx="9144000" cy="136456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08238A-EB5A-4610-8B80-E7EDE3926E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631852"/>
            <a:ext cx="9144000" cy="5226148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The International Organization for Standardization (ISO) plays a vital role in business improvement by providing standards for quality, safety, environment, and information security management.</a:t>
            </a:r>
          </a:p>
          <a:p>
            <a:br>
              <a:rPr lang="en-US" dirty="0"/>
            </a:br>
            <a:endParaRPr lang="en-US" dirty="0"/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*ISO's Role in Business Improvement:*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1. Enhances credibility and reputation</a:t>
            </a:r>
          </a:p>
          <a:p>
            <a:r>
              <a:rPr lang="en-US" dirty="0"/>
              <a:t>2. Improves operational efficiency</a:t>
            </a:r>
          </a:p>
          <a:p>
            <a:r>
              <a:rPr lang="en-US" dirty="0"/>
              <a:t>3. Increases customer satisfaction</a:t>
            </a:r>
          </a:p>
          <a:p>
            <a:r>
              <a:rPr lang="en-US" dirty="0"/>
              <a:t>4. Reduces risks and costs</a:t>
            </a:r>
          </a:p>
          <a:p>
            <a:r>
              <a:rPr lang="en-US" dirty="0"/>
              <a:t>5. Facilitates international trade</a:t>
            </a:r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58054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344D18-A699-4F14-BF38-9C3A4930E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CCC88E-2FBD-47FD-8901-450BAE7659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Various ISO Series:*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1. ISO 9000 (Quality Management)</a:t>
            </a:r>
          </a:p>
          <a:p>
            <a:r>
              <a:rPr lang="en-US" dirty="0"/>
              <a:t>2. ISO 14000 (Environmental Management)</a:t>
            </a:r>
          </a:p>
          <a:p>
            <a:r>
              <a:rPr lang="en-US" dirty="0"/>
              <a:t>3. ISO 45001 (Occupational Health and Safety)</a:t>
            </a:r>
          </a:p>
          <a:p>
            <a:r>
              <a:rPr lang="en-US" dirty="0"/>
              <a:t>4. ISO 27001 (Information Security Management)</a:t>
            </a:r>
          </a:p>
          <a:p>
            <a:r>
              <a:rPr lang="en-US" dirty="0"/>
              <a:t>5. ISO 22000 (Food Safety Management)</a:t>
            </a:r>
          </a:p>
          <a:p>
            <a:r>
              <a:rPr lang="en-US" dirty="0"/>
              <a:t>6. ISO 31000 (Risk Management)</a:t>
            </a:r>
          </a:p>
          <a:p>
            <a:r>
              <a:rPr lang="en-US" dirty="0"/>
              <a:t>7. ISO 50001 (Energy Management)</a:t>
            </a:r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2927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5FA511-380D-409C-8382-22AAF6063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59363C-F953-4D8C-8909-5DEA472DD8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/>
              <a:t>Process of Getting ISO Certification:*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1. Choose the relevant ISO standard</a:t>
            </a:r>
          </a:p>
          <a:p>
            <a:r>
              <a:rPr lang="en-US" dirty="0"/>
              <a:t>2. Conduct a gap analysis</a:t>
            </a:r>
          </a:p>
          <a:p>
            <a:r>
              <a:rPr lang="en-US" dirty="0"/>
              <a:t>3. Develop a quality management system (QMS)</a:t>
            </a:r>
          </a:p>
          <a:p>
            <a:r>
              <a:rPr lang="en-US" dirty="0"/>
              <a:t>4. Implement the QMS</a:t>
            </a:r>
          </a:p>
          <a:p>
            <a:r>
              <a:rPr lang="en-US" dirty="0"/>
              <a:t>5. Train employees</a:t>
            </a:r>
          </a:p>
          <a:p>
            <a:r>
              <a:rPr lang="en-US" dirty="0"/>
              <a:t>6. Conduct an internal audit</a:t>
            </a:r>
          </a:p>
          <a:p>
            <a:r>
              <a:rPr lang="en-US" dirty="0"/>
              <a:t>7. Engage a certification body</a:t>
            </a:r>
          </a:p>
          <a:p>
            <a:r>
              <a:rPr lang="en-US" dirty="0"/>
              <a:t>8. Pass the certification audit</a:t>
            </a:r>
          </a:p>
          <a:p>
            <a:r>
              <a:rPr lang="en-US" dirty="0"/>
              <a:t>9. Maintain certification through surveillance audits</a:t>
            </a:r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00043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56C15-AA96-4855-8578-4275661AC5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0AF531-A2CC-4DEA-922A-3BF37E8597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Benefits of ISO Certification:*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1. Improved brand reputation</a:t>
            </a:r>
          </a:p>
          <a:p>
            <a:r>
              <a:rPr lang="en-US" dirty="0"/>
              <a:t>2. Increased customer trust</a:t>
            </a:r>
          </a:p>
          <a:p>
            <a:r>
              <a:rPr lang="en-US" dirty="0"/>
              <a:t>3. Enhanced operational efficiency</a:t>
            </a:r>
          </a:p>
          <a:p>
            <a:r>
              <a:rPr lang="en-US" dirty="0"/>
              <a:t>4. Reduced costs and risks</a:t>
            </a:r>
          </a:p>
          <a:p>
            <a:r>
              <a:rPr lang="en-US" dirty="0"/>
              <a:t>5. Compliance with regulatory requirements</a:t>
            </a:r>
          </a:p>
          <a:p>
            <a:r>
              <a:rPr lang="en-US" dirty="0"/>
              <a:t>6. Competitive advantage</a:t>
            </a:r>
          </a:p>
          <a:p>
            <a:r>
              <a:rPr lang="en-US" dirty="0"/>
              <a:t>7. Improved employee morale</a:t>
            </a:r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58695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49B2EA-621D-4EE7-8F6A-D507B52125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3B81EA-E9A1-426C-BC6A-C11C8D521C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ISO Certification Process Timeline:*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1. Gap analysis: 2-4 weeks</a:t>
            </a:r>
          </a:p>
          <a:p>
            <a:r>
              <a:rPr lang="en-US" dirty="0"/>
              <a:t>2. QMS development: 8-12 weeks</a:t>
            </a:r>
          </a:p>
          <a:p>
            <a:r>
              <a:rPr lang="en-US" dirty="0"/>
              <a:t>3. Implementation: 12-16 weeks</a:t>
            </a:r>
          </a:p>
          <a:p>
            <a:r>
              <a:rPr lang="en-US" dirty="0"/>
              <a:t>4. Internal audit: 2-4 weeks</a:t>
            </a:r>
          </a:p>
          <a:p>
            <a:r>
              <a:rPr lang="en-US" dirty="0"/>
              <a:t>5. Certification audit: 2-4 weeks</a:t>
            </a:r>
          </a:p>
          <a:p>
            <a:r>
              <a:rPr lang="en-US" dirty="0"/>
              <a:t>6. Certification issuance: 2-4 weeks</a:t>
            </a:r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4236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D91297-F717-4691-AE70-17461322D6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3B973C-2EC6-41B3-8851-C6CB27C543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Cost of ISO Certification:*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1. Certification body fees: $500-$5,000</a:t>
            </a:r>
          </a:p>
          <a:p>
            <a:r>
              <a:rPr lang="en-US" dirty="0"/>
              <a:t>2. Consultancy fees: $2,000-$10,000</a:t>
            </a:r>
          </a:p>
          <a:p>
            <a:r>
              <a:rPr lang="en-US" dirty="0"/>
              <a:t>3. Internal audit costs: $1,000-$3,000</a:t>
            </a:r>
          </a:p>
          <a:p>
            <a:r>
              <a:rPr lang="en-US" dirty="0"/>
              <a:t>4. Total cost: $3,500-$18,000</a:t>
            </a:r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704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335</Words>
  <Application>Microsoft Office PowerPoint</Application>
  <PresentationFormat>Widescreen</PresentationFormat>
  <Paragraphs>59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user</cp:lastModifiedBy>
  <cp:revision>7</cp:revision>
  <dcterms:created xsi:type="dcterms:W3CDTF">2024-12-05T07:16:51Z</dcterms:created>
  <dcterms:modified xsi:type="dcterms:W3CDTF">2024-12-05T07:22:19Z</dcterms:modified>
</cp:coreProperties>
</file>