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95BC1-15E6-4DF4-A4C2-0D7065A8A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43499-59BE-4FBC-BDA0-B1B1C10D2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0EA55-CD6D-4A3D-92F2-B7663A5AC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C24B-167A-422A-85BC-5543B7685C5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55394-7A7A-4547-ADB8-83A192FF9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4BDCA-696B-49FA-9ECB-1E3E619ED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43B7F-53DF-4CF2-BAF3-D1881667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25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04E3E-036C-4AE9-A9B1-4DB9CE95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ECA28-4BDD-44B0-9655-0216E7D4A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4D83F-C212-4ECD-A1EF-692C3E940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C24B-167A-422A-85BC-5543B7685C5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6546C-8B11-4A32-97FF-E3A8C6B3D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5FB91-2FC9-4E4A-8AE5-28C53589A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43B7F-53DF-4CF2-BAF3-D1881667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849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72C43-0E11-4B6B-BD38-223096231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C0647-C241-440F-BD63-70349E1ED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2EFAE-5F33-4207-B4DE-93FE32674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C24B-167A-422A-85BC-5543B7685C5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3408B-3FEE-47F0-A50A-792101F5E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6351B-3907-4179-BB60-355114C00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43B7F-53DF-4CF2-BAF3-D1881667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CEB09-385F-449E-9E4C-F66AD9A97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0DE12-4585-40E2-BEB9-46CB42FB37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54FCEC-4EDE-4CDF-B2A8-020C0A96E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35C4F-EA8D-4133-A8FC-DFEA5098C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C24B-167A-422A-85BC-5543B7685C5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087C0-21F8-4F41-9F50-1F9737953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636D8-704A-439B-9118-E060203ED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43B7F-53DF-4CF2-BAF3-D1881667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7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DDE85-C1C5-44DA-A963-8D7481138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45881-2497-4124-A842-3A11FF9E4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11BA07-602B-4AB3-83B9-00357D460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B85215-9948-46A4-B071-C8E643987B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8285F6-023B-4D18-A34F-E839C673C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26C8D8-3869-4075-90FF-4BF9CE39B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C24B-167A-422A-85BC-5543B7685C5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BF00FA-6EE3-4DBA-A0CA-6B0844014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737C2D-6751-498B-ACAB-7207870A9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43B7F-53DF-4CF2-BAF3-D1881667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45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4E64F-7254-4683-BBD0-B3D4ED07C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70137-A9FC-4055-80B2-91355FC6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C24B-167A-422A-85BC-5543B7685C5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4E269C-4D11-477B-B03C-37F624152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16FCBB-5F04-4E2D-BA99-CEDBCD87E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43B7F-53DF-4CF2-BAF3-D1881667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25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8D5231-DAD3-4108-B42E-84B2F71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C24B-167A-422A-85BC-5543B7685C5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9BA04-F7A6-4E5B-9F0B-DC488EA40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F3A38-8A0F-4F3A-B819-FC8672F0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43B7F-53DF-4CF2-BAF3-D1881667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7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81235-8C8F-41CC-9EB0-4347EED97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70D2C-3EE2-41A4-9728-B2BBC8619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D00BE3-FDDB-47C8-B216-41C2D6B37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0FB92-A451-4340-8C57-C89264DD1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C24B-167A-422A-85BC-5543B7685C5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B1049-5147-43E5-93FF-D8C4FDBC0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9B65E-302E-47E0-B122-FF1CAC7F7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43B7F-53DF-4CF2-BAF3-D1881667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90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E5995-F582-45AB-8463-B4C8A6C66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D2129E-22B2-4678-A688-017AA40228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C7D33D-53F5-46C6-B5C4-67D4B7C62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775B5-B58F-49EC-AB50-F7B2BBC8D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C24B-167A-422A-85BC-5543B7685C5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2083C-BFA3-417A-B3B0-6551D8365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36F5D-85D9-4193-986B-226B902B3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43B7F-53DF-4CF2-BAF3-D1881667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55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75C07-4969-4695-A0A0-FDB1F4B15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4813D1-DE53-4F2D-BCD7-CB0E97600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F532F-5C28-44FE-8818-ACF4BED8B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C24B-167A-422A-85BC-5543B7685C5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1619F-9629-4248-816B-35AE6AA1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D1778-E99A-4B0F-9254-C890C636C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43B7F-53DF-4CF2-BAF3-D1881667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37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BEE5EC-9EA5-49CC-8F43-C5F1D68327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C8CCA1-9664-423D-B8B8-F2A7283EC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DCE8-1B8F-4B4D-B385-D3C579302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C24B-167A-422A-85BC-5543B7685C5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F8596-0DFE-4DA0-BF08-42EE89DA1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FFB98-6148-427B-989A-A4D356D56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43B7F-53DF-4CF2-BAF3-D1881667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81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A2C30A-19E4-4583-8426-A134415C3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9DE0F-6FC0-4B42-92BB-27E766A72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CA383-F8DD-4F66-82B0-B39CE7BEEE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0C24B-167A-422A-85BC-5543B7685C5F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7D1F3-E45E-411C-9DB8-0E66FA51E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2A0CB-F070-40F1-B41B-DD6DF70A96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43B7F-53DF-4CF2-BAF3-D1881667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6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FA5A6-E1B2-4F08-86FE-016CB2D69E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266092"/>
          </a:xfrm>
        </p:spPr>
        <p:txBody>
          <a:bodyPr>
            <a:normAutofit fontScale="90000"/>
          </a:bodyPr>
          <a:lstStyle/>
          <a:p>
            <a:r>
              <a:rPr lang="en-US"/>
              <a:t>Time-Based Competition (TBC)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997E3F-A1D1-48EC-BC3A-04CF84FDD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13205"/>
            <a:ext cx="9144000" cy="481115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Time-Based Competition (TBC) is a business strategy that focuses on reducing time-to-market, lead times, and cycle times to gain a competitive advantage.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*Key Principles of TBC:*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Time is a key competitive factor</a:t>
            </a:r>
          </a:p>
          <a:p>
            <a:r>
              <a:rPr lang="en-US" dirty="0"/>
              <a:t>2. Reduce time-to-market for new products</a:t>
            </a:r>
          </a:p>
          <a:p>
            <a:r>
              <a:rPr lang="en-US" dirty="0"/>
              <a:t>3. Minimize lead times for customer orders</a:t>
            </a:r>
          </a:p>
          <a:p>
            <a:r>
              <a:rPr lang="en-US" dirty="0"/>
              <a:t>4. Streamline processes and eliminate waste</a:t>
            </a:r>
          </a:p>
          <a:p>
            <a:r>
              <a:rPr lang="en-US" dirty="0"/>
              <a:t>5. Improve supply chain efficiency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935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B87B-6D5D-4F58-9492-62F53C7DD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8D51E-331A-4C72-AFDD-E388AB426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Benefits of TBC:*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Faster time-to-market</a:t>
            </a:r>
          </a:p>
          <a:p>
            <a:r>
              <a:rPr lang="en-US" dirty="0"/>
              <a:t>2. Improved customer satisfaction</a:t>
            </a:r>
          </a:p>
          <a:p>
            <a:r>
              <a:rPr lang="en-US" dirty="0"/>
              <a:t>3. Increased competitiveness</a:t>
            </a:r>
          </a:p>
          <a:p>
            <a:r>
              <a:rPr lang="en-US" dirty="0"/>
              <a:t>4. Reduced inventory and waste</a:t>
            </a:r>
          </a:p>
          <a:p>
            <a:r>
              <a:rPr lang="en-US" dirty="0"/>
              <a:t>5. Enhanced profitability</a:t>
            </a:r>
          </a:p>
          <a:p>
            <a:r>
              <a:rPr lang="en-US" dirty="0"/>
              <a:t>6. Better supply chain management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657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A8FD4-E091-4D0D-9E5E-A6C8C788D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6B5E1-60F8-4F42-BFD6-F81AE8BD4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TBC Strategies:*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Concurrent engineering</a:t>
            </a:r>
          </a:p>
          <a:p>
            <a:r>
              <a:rPr lang="en-US" dirty="0"/>
              <a:t>2. Just-In-Time (JIT) production</a:t>
            </a:r>
          </a:p>
          <a:p>
            <a:r>
              <a:rPr lang="en-US" dirty="0"/>
              <a:t>3. Total Quality Management (TQM)</a:t>
            </a:r>
          </a:p>
          <a:p>
            <a:r>
              <a:rPr lang="en-US" dirty="0"/>
              <a:t>4. Supply chain optimization</a:t>
            </a:r>
          </a:p>
          <a:p>
            <a:r>
              <a:rPr lang="en-US" dirty="0"/>
              <a:t>5. Lean manufacturing</a:t>
            </a:r>
          </a:p>
          <a:p>
            <a:r>
              <a:rPr lang="en-US" dirty="0"/>
              <a:t>6. Agile manufacturing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046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8EEC6-5005-488E-84AD-5D166F97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02A88-B6D2-4A0F-8C69-65C85BCB6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TBC Metrics:*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Time-to-market (TTM)</a:t>
            </a:r>
          </a:p>
          <a:p>
            <a:r>
              <a:rPr lang="en-US" dirty="0"/>
              <a:t>2. Lead time (LT)</a:t>
            </a:r>
          </a:p>
          <a:p>
            <a:r>
              <a:rPr lang="en-US" dirty="0"/>
              <a:t>3. Cycle time (CT)</a:t>
            </a:r>
          </a:p>
          <a:p>
            <a:r>
              <a:rPr lang="en-US" dirty="0"/>
              <a:t>4. Throughput time (TPT)</a:t>
            </a:r>
          </a:p>
          <a:p>
            <a:r>
              <a:rPr lang="en-US" dirty="0"/>
              <a:t>5. Inventory turnover (IT)</a:t>
            </a:r>
          </a:p>
          <a:p>
            <a:r>
              <a:rPr lang="en-US" dirty="0"/>
              <a:t>6. Supply chain cycle time (SCCT)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185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44D79-2137-443D-91D3-DDDBC3044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0079A-ABE7-44AF-8CA3-ED0BAFBE4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Industry Applications:*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Automotive</a:t>
            </a:r>
          </a:p>
          <a:p>
            <a:r>
              <a:rPr lang="en-US" dirty="0"/>
              <a:t>2. Aerospace</a:t>
            </a:r>
          </a:p>
          <a:p>
            <a:r>
              <a:rPr lang="en-US" dirty="0"/>
              <a:t>3. Electronics</a:t>
            </a:r>
          </a:p>
          <a:p>
            <a:r>
              <a:rPr lang="en-US" dirty="0"/>
              <a:t>4. Fashion and apparel</a:t>
            </a:r>
          </a:p>
          <a:p>
            <a:r>
              <a:rPr lang="en-US" dirty="0"/>
              <a:t>5. Healthcare</a:t>
            </a:r>
          </a:p>
          <a:p>
            <a:r>
              <a:rPr lang="en-US" dirty="0"/>
              <a:t>6. Logistics and transportation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456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EFDC9-36BA-4480-8F2B-C60C286A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F2EFE-FAE6-4C5C-872C-2572C450A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TBC Implementation Steps:*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Identify time-based goals</a:t>
            </a:r>
          </a:p>
          <a:p>
            <a:r>
              <a:rPr lang="en-US" dirty="0"/>
              <a:t>2. Map current processes</a:t>
            </a:r>
          </a:p>
          <a:p>
            <a:r>
              <a:rPr lang="en-US" dirty="0"/>
              <a:t>3. Eliminate waste and streamline processes</a:t>
            </a:r>
          </a:p>
          <a:p>
            <a:r>
              <a:rPr lang="en-US" dirty="0"/>
              <a:t>4. Implement JIT and lean manufacturing</a:t>
            </a:r>
          </a:p>
          <a:p>
            <a:r>
              <a:rPr lang="en-US" dirty="0"/>
              <a:t>5. Optimize supply chain</a:t>
            </a:r>
          </a:p>
          <a:p>
            <a:r>
              <a:rPr lang="en-US" dirty="0"/>
              <a:t>6. Monitor and adjust TBC system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304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73FF0-CF3C-4D49-B65F-AB9BAD288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BC227-ACC6-4F80-BA40-924FC93A7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Challenges and Limitations:*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Cultural and organizational changes</a:t>
            </a:r>
          </a:p>
          <a:p>
            <a:r>
              <a:rPr lang="en-US" dirty="0"/>
              <a:t>2. Requires significant investment in technology</a:t>
            </a:r>
          </a:p>
          <a:p>
            <a:r>
              <a:rPr lang="en-US" dirty="0"/>
              <a:t>3. Difficulty in measuring and analyzing time-based metrics</a:t>
            </a:r>
          </a:p>
          <a:p>
            <a:r>
              <a:rPr lang="en-US" dirty="0"/>
              <a:t>4. Balancing speed and quality</a:t>
            </a:r>
          </a:p>
          <a:p>
            <a:r>
              <a:rPr lang="en-US" dirty="0"/>
              <a:t>5. Managing supply chain complexity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518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F97B1-743F-4D25-8946-5071D787E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09345-8C09-47A1-B7B1-8637B2B9D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Best Practices:*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Start with small-scale implementation</a:t>
            </a:r>
          </a:p>
          <a:p>
            <a:r>
              <a:rPr lang="en-US" dirty="0"/>
              <a:t>2. Engage employees in TBC initiatives</a:t>
            </a:r>
          </a:p>
          <a:p>
            <a:r>
              <a:rPr lang="en-US" dirty="0"/>
              <a:t>3. Monitor and adjust TBC system regularly</a:t>
            </a:r>
          </a:p>
          <a:p>
            <a:r>
              <a:rPr lang="en-US" dirty="0"/>
              <a:t>4. Foster collaborative supplier relationships</a:t>
            </a:r>
          </a:p>
          <a:p>
            <a:r>
              <a:rPr lang="en-US" dirty="0"/>
              <a:t>5. Continuously evaluate and improve TBC processes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933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668C9-5A94-4B96-B794-D3C77166A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F9E71-AA55-4251-988E-30AFD415F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Notable Companies Using TBC:*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Toyota</a:t>
            </a:r>
          </a:p>
          <a:p>
            <a:r>
              <a:rPr lang="en-US" dirty="0"/>
              <a:t>2. Dell</a:t>
            </a:r>
          </a:p>
          <a:p>
            <a:r>
              <a:rPr lang="en-US" dirty="0"/>
              <a:t>3. Amazon</a:t>
            </a:r>
          </a:p>
          <a:p>
            <a:r>
              <a:rPr lang="en-US" dirty="0"/>
              <a:t>4. Nike</a:t>
            </a:r>
          </a:p>
          <a:p>
            <a:r>
              <a:rPr lang="en-US" dirty="0"/>
              <a:t>5. Walmart</a:t>
            </a:r>
          </a:p>
          <a:p>
            <a:r>
              <a:rPr lang="en-US" dirty="0"/>
              <a:t>6. FedEx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577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372</Words>
  <Application>Microsoft Office PowerPoint</Application>
  <PresentationFormat>Widescreen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Time-Based Competition (TBC)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11</cp:revision>
  <dcterms:created xsi:type="dcterms:W3CDTF">2024-12-05T17:06:07Z</dcterms:created>
  <dcterms:modified xsi:type="dcterms:W3CDTF">2024-12-05T17:25:23Z</dcterms:modified>
</cp:coreProperties>
</file>