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C1BD4-97E3-434A-B5C8-B7927F4CA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76E29-3B84-4597-9E62-D4A15727B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F8EAE-F29B-41EB-87B1-F03A2B8EF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138A-3FE9-455D-93AA-B1773B7098C8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70B11-FCB3-422E-A9AC-79B560ED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9BFA9-37AB-445B-A21F-267EA251E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FDE5-7156-4390-964A-C4FDDD40B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3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75C8-78AF-4138-ABD5-3E6170569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861F-E0A8-4B09-8FAE-AEFC1A581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77054-E11A-4028-9A1F-CCAAFEABF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138A-3FE9-455D-93AA-B1773B7098C8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EACFF-3A1C-4DE1-975E-BDB95B14B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644B2-E198-494A-9F61-5373FAC77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FDE5-7156-4390-964A-C4FDDD40B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8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4A648-B646-4D23-B9C9-EB405A1FB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8668B-2E8C-4AF9-8EC8-215F560BD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F266B-DD80-458A-8E68-D3CBD4CAF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138A-3FE9-455D-93AA-B1773B7098C8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C7BF3-CCC4-4419-8F24-1DED9E5E9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BD44C-8358-4E6E-A438-CD24698B5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FDE5-7156-4390-964A-C4FDDD40B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DEE99-AD46-4D0E-AE12-05BC88F5E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C0099-62F5-41FE-AAE8-756146D3F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3264C-7F7B-4336-B1FE-AFE93FF5C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605D0-F9B1-41B8-9B95-189AAC04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138A-3FE9-455D-93AA-B1773B7098C8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1B1C7-D0C5-4852-A6E8-E2D98281E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6A509-0DD5-4027-BB3D-2AB3A5F8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FDE5-7156-4390-964A-C4FDDD40B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7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25BC-902B-4921-BEB9-EA53810E4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90F78-BC6D-4ABC-A168-81F586417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FBB36-26A9-4BF4-BFC8-72EA06ECB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54BC70-4AA0-4024-8C95-25ED15BA4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834F2C-24A0-485D-A848-C47F27C87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8F09AA-6AB2-403C-BFAE-24972152D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138A-3FE9-455D-93AA-B1773B7098C8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FEC7DA-5326-4BE3-9DB7-DE7CD9AF5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81D24F-3EFD-420F-9480-7BC5BA2B3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FDE5-7156-4390-964A-C4FDDD40B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61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3FCB2-E002-4244-9BE6-ADAF26BBC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C2A0E-EF24-4D11-BA61-C5327BCAB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138A-3FE9-455D-93AA-B1773B7098C8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64C026-CDCC-425D-8A96-053650B11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4A27D-A433-41D6-8C9A-82484C2E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FDE5-7156-4390-964A-C4FDDD40B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75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D2AD0-B8A4-48BF-9060-888E6E0AA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138A-3FE9-455D-93AA-B1773B7098C8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98A285-0349-404F-AAA1-964CABFF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68239-41AF-46EC-8B57-ACE8B16C9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FDE5-7156-4390-964A-C4FDDD40B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64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05240-F67B-4791-9677-B26F5FA41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4AA1-5F11-4E80-9A68-CAD335BA1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0D9B5-60E7-4494-B39C-0486AC7E3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30E0B-D2E0-45A6-B749-C75431EBF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138A-3FE9-455D-93AA-B1773B7098C8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B653A-64DC-41BB-BA27-8510550E0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22FFA-E0CB-4E43-A80B-028D3703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FDE5-7156-4390-964A-C4FDDD40B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58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96FE-4371-4502-A32F-C2355C9F6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2AA94E-6016-4255-892A-0B5498C19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A2A61-050B-4F1E-93AE-2A5F59794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B0CCA-590D-4623-A2F4-7C69B284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138A-3FE9-455D-93AA-B1773B7098C8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5A8C2-BCA0-48C0-8D40-4931D91D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21307-3212-431E-9B90-49C132C3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FDE5-7156-4390-964A-C4FDDD40B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221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39616-FCEE-4476-96A0-FC4D7E61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904FB-DE8F-41CA-AC7C-38CB90ACD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7DE7C-C670-4B69-9F08-A8E1E499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138A-3FE9-455D-93AA-B1773B7098C8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45C37-B690-4E17-B8FA-CF536B36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45185-7FDF-4FE6-B9C3-2FE972F43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FDE5-7156-4390-964A-C4FDDD40B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14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0C235E-A69E-4415-93D6-5FA8E4878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46B7C-9597-4106-B20B-B1AA916A6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593DE-3B83-456B-A6BD-93E5FFD5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138A-3FE9-455D-93AA-B1773B7098C8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B12F0-4B49-4246-B8ED-95783C7A5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CAD68-0DE7-4EDF-BFB4-C795ABA6A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FDE5-7156-4390-964A-C4FDDD40B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17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8965DD-4306-4FF0-840A-1DCEAEC0E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C6642-3523-450F-8362-92BE8DC6A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7F82A-1AE4-4113-AAC3-41E5093EB8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B138A-3FE9-455D-93AA-B1773B7098C8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9A570-E584-40D6-AC33-130BDD1DA2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B5DF4-35E9-41BB-ACD7-C0EB48CDB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3FDE5-7156-4390-964A-C4FDDD40B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7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F62F-A65B-4B7F-B1CA-5AD06025A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026942"/>
          </a:xfrm>
        </p:spPr>
        <p:txBody>
          <a:bodyPr/>
          <a:lstStyle/>
          <a:p>
            <a:r>
              <a:rPr lang="en-US"/>
              <a:t>Mistake Proofing (Poka-Yoke)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B24B4-ED25-4459-97CF-9FA0D7E96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95753"/>
            <a:ext cx="9144000" cy="554267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Mistake Proofing (Poka-Yoke) is a key concept in Business Process Excellence (BPE) and Lean Manufacturing.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*Definition:*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Poka-Yoke is a Japanese term meaning "mistake-proofing" or "error-proofing." It refers to designing processes and products to prevent human errors or defects.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402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ED18-0F07-4F8C-9821-230D634C5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02870-2E49-4979-A9AA-4342F45CD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Objectives:*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Eliminate defects</a:t>
            </a:r>
          </a:p>
          <a:p>
            <a:r>
              <a:rPr lang="en-US" dirty="0"/>
              <a:t>2. Reduce variability</a:t>
            </a:r>
          </a:p>
          <a:p>
            <a:r>
              <a:rPr lang="en-US" dirty="0"/>
              <a:t>3. Improve quality</a:t>
            </a:r>
          </a:p>
          <a:p>
            <a:r>
              <a:rPr lang="en-US" dirty="0"/>
              <a:t>4. Increase efficiency</a:t>
            </a:r>
          </a:p>
          <a:p>
            <a:r>
              <a:rPr lang="en-US" dirty="0"/>
              <a:t>5. Enhance customer satisfaction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2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2641-A1C6-4824-8F68-0DBCF6074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0C56D-505B-4087-978B-91D5D840C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Types of Poka-Yoke:*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Contact Method: Physical checks to prevent errors.</a:t>
            </a:r>
          </a:p>
          <a:p>
            <a:r>
              <a:rPr lang="en-US" dirty="0"/>
              <a:t>2. Non-Contact Method: Visual or audio alerts to prevent errors.</a:t>
            </a:r>
          </a:p>
          <a:p>
            <a:r>
              <a:rPr lang="en-US" dirty="0"/>
              <a:t>3. Motion-Step Method: Sequential processes to prevent errors.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597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8B9A4-7F15-48CB-9FA5-5DABB1C44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24A95-B38D-4E2A-B28D-DE33987F3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Poka-Yoke Techniques:*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Design for Manufacturability (DFM)</a:t>
            </a:r>
          </a:p>
          <a:p>
            <a:r>
              <a:rPr lang="en-US" dirty="0"/>
              <a:t>2. Design for Assembly (DFA)</a:t>
            </a:r>
          </a:p>
          <a:p>
            <a:r>
              <a:rPr lang="en-US" dirty="0"/>
              <a:t>3. Fail-Safe Design</a:t>
            </a:r>
          </a:p>
          <a:p>
            <a:r>
              <a:rPr lang="en-US" dirty="0"/>
              <a:t>4. Error-Proofing Devices</a:t>
            </a:r>
          </a:p>
          <a:p>
            <a:r>
              <a:rPr lang="en-US" dirty="0"/>
              <a:t>5. Standardized Work</a:t>
            </a:r>
          </a:p>
          <a:p>
            <a:r>
              <a:rPr lang="en-US" dirty="0"/>
              <a:t>6. Visual Controls</a:t>
            </a:r>
          </a:p>
          <a:p>
            <a:r>
              <a:rPr lang="en-US" dirty="0"/>
              <a:t>7. </a:t>
            </a:r>
            <a:r>
              <a:rPr lang="en-US" dirty="0" err="1"/>
              <a:t>Jidoka</a:t>
            </a:r>
            <a:r>
              <a:rPr lang="en-US" dirty="0"/>
              <a:t> (Automation with Human Intelligence)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022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6600-94BE-402C-802C-3E5A647E5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B7ED1-155C-4F62-9077-56F0E7BAF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Benefits:*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Reduced defects</a:t>
            </a:r>
          </a:p>
          <a:p>
            <a:r>
              <a:rPr lang="en-US" dirty="0"/>
              <a:t>2. Improved quality</a:t>
            </a:r>
          </a:p>
          <a:p>
            <a:r>
              <a:rPr lang="en-US" dirty="0"/>
              <a:t>3. Increased efficiency</a:t>
            </a:r>
          </a:p>
          <a:p>
            <a:r>
              <a:rPr lang="en-US" dirty="0"/>
              <a:t>4. Enhanced customer satisfaction</a:t>
            </a:r>
          </a:p>
          <a:p>
            <a:r>
              <a:rPr lang="en-US" dirty="0"/>
              <a:t>5. Reduced waste</a:t>
            </a:r>
          </a:p>
          <a:p>
            <a:r>
              <a:rPr lang="en-US" dirty="0"/>
              <a:t>6. Improved employee morale</a:t>
            </a:r>
          </a:p>
          <a:p>
            <a:r>
              <a:rPr lang="en-US" dirty="0"/>
              <a:t>7. Cost savings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253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D28F0-B13B-4103-BECC-45CC58A13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90E3E-AC80-4C1C-BC46-181588E5C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BPE Tools for Poka-Yoke:*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Failure Mode and Effects Analysis (FMEA)</a:t>
            </a:r>
          </a:p>
          <a:p>
            <a:r>
              <a:rPr lang="en-US" dirty="0"/>
              <a:t>2. Root Cause Analysis (RCA)</a:t>
            </a:r>
          </a:p>
          <a:p>
            <a:r>
              <a:rPr lang="en-US" dirty="0"/>
              <a:t>3. Fishbone Diagrams</a:t>
            </a:r>
          </a:p>
          <a:p>
            <a:r>
              <a:rPr lang="en-US" dirty="0"/>
              <a:t>4. Pareto Analysis</a:t>
            </a:r>
          </a:p>
          <a:p>
            <a:r>
              <a:rPr lang="en-US" dirty="0"/>
              <a:t>5. Six Thinking Hats</a:t>
            </a:r>
          </a:p>
          <a:p>
            <a:r>
              <a:rPr lang="en-US" dirty="0"/>
              <a:t>6. Continuous Improvement (Kaizen)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524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C556-F67E-4059-8318-C521C307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CFF9A-CD5F-4A34-8211-909103F06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Industry Applications:*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Manufacturing</a:t>
            </a:r>
          </a:p>
          <a:p>
            <a:r>
              <a:rPr lang="en-US" dirty="0"/>
              <a:t>2. Healthcare</a:t>
            </a:r>
          </a:p>
          <a:p>
            <a:r>
              <a:rPr lang="en-US" dirty="0"/>
              <a:t>3. Service industries</a:t>
            </a:r>
          </a:p>
          <a:p>
            <a:r>
              <a:rPr lang="en-US" dirty="0"/>
              <a:t>4. Logistics and transportation</a:t>
            </a:r>
          </a:p>
          <a:p>
            <a:r>
              <a:rPr lang="en-US" dirty="0"/>
              <a:t>5. Technology and software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428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BE368-FB39-4CFB-AF42-427FE029D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3062B-39E8-4F16-96C7-AC3E0DDE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Best Practices:*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Identify critical processes</a:t>
            </a:r>
          </a:p>
          <a:p>
            <a:r>
              <a:rPr lang="en-US" dirty="0"/>
              <a:t>2. Analyze error patterns</a:t>
            </a:r>
          </a:p>
          <a:p>
            <a:r>
              <a:rPr lang="en-US" dirty="0"/>
              <a:t>3. Implement mistake-proofing devices</a:t>
            </a:r>
          </a:p>
          <a:p>
            <a:r>
              <a:rPr lang="en-US" dirty="0"/>
              <a:t>4. Standardize processes</a:t>
            </a:r>
          </a:p>
          <a:p>
            <a:r>
              <a:rPr lang="en-US" dirty="0"/>
              <a:t>5. Continuously monitor and improve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374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2AE66-3F3B-4496-A425-5AEDAC207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6265B-DB38-4BB6-93A9-ECA2FD287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Metrics to Measure Poka-Yoke Effectiveness:*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Defect Rate</a:t>
            </a:r>
          </a:p>
          <a:p>
            <a:r>
              <a:rPr lang="en-US" dirty="0"/>
              <a:t>2. First-Pass Yield (FPY)</a:t>
            </a:r>
          </a:p>
          <a:p>
            <a:r>
              <a:rPr lang="en-US" dirty="0"/>
              <a:t>3. Rolled Throughput Yield (RTY)</a:t>
            </a:r>
          </a:p>
          <a:p>
            <a:r>
              <a:rPr lang="en-US" dirty="0"/>
              <a:t>4. Cost of Quality (COQ)</a:t>
            </a:r>
          </a:p>
          <a:p>
            <a:r>
              <a:rPr lang="en-US" dirty="0"/>
              <a:t>5. Customer Satisfaction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625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1FD0-C9E0-414E-AB97-A623D15AB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00BA7-D760-4405-8FDE-892A7ED8D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Common Mistake-Proofing Devices:*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Limit switches</a:t>
            </a:r>
          </a:p>
          <a:p>
            <a:r>
              <a:rPr lang="en-US" dirty="0"/>
              <a:t>2. Sensors</a:t>
            </a:r>
          </a:p>
          <a:p>
            <a:r>
              <a:rPr lang="en-US" dirty="0"/>
              <a:t>3. Alarms</a:t>
            </a:r>
          </a:p>
          <a:p>
            <a:r>
              <a:rPr lang="en-US" dirty="0"/>
              <a:t>4. Checklists</a:t>
            </a:r>
          </a:p>
          <a:p>
            <a:r>
              <a:rPr lang="en-US" dirty="0"/>
              <a:t>5. Visual indicators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22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377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Mistake Proofing (Poka-Yoke)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11</cp:revision>
  <dcterms:created xsi:type="dcterms:W3CDTF">2024-12-01T16:18:38Z</dcterms:created>
  <dcterms:modified xsi:type="dcterms:W3CDTF">2024-12-01T16:24:53Z</dcterms:modified>
</cp:coreProperties>
</file>