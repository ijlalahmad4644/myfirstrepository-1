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2132-F5F5-4044-B203-8935873C7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31FFF-2E4E-47D0-BE70-18D9E1B0E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3AD81-6AFD-474A-AAD6-DE8882CC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AACE-FBA7-4D53-AF11-DD18F81E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B3C25-C59D-44BE-8455-9B4A5808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3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8158-2732-455F-8897-5E78D744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BEC9-B0AD-47E1-8C7C-56B23D5BD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67EDE-7E4A-41CA-B8C4-BF449F55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92321-6579-46BA-BDC5-78611AF6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71B6A-7DBE-4B23-8962-B868C843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D40E-1BCE-45DF-B1B1-81327AEE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0D16B-6C2E-4FFD-A6CD-A5A4165C3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E026B-1034-4E1F-8A84-4C0FE5B0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EB44F-0163-4842-9B99-5A6E67A3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7D10-1B0C-4304-BF97-BE570BCC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3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DEC3-D02B-40A4-9D45-D4A5A718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F109C-DC05-4C88-BF9B-433946801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62639-9005-462C-A493-FC680B3C1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11813-95A6-4BDB-AD87-33EBE30F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ABCE1-7D0D-4C69-8175-BE387772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66698-5A1A-4DEE-933F-500CF730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2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4322-DF92-41E1-A989-07670B45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5CC0B-6C24-4AB4-9DCF-E9EC787A3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7A84D-49E9-4B2C-9C95-2DEF48E1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5C05D-B27A-4F57-A58C-E1CB19C5F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6426D-1E19-4D1E-9B09-DE743AAC1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F5463-C70F-41D9-B9D8-9C58EA21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E3F52-5A36-4B4E-B573-003B2837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A729C-AD2C-494E-93FC-37E53569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1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DBED-BF8F-4460-AC2C-8912331C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06E7-C8E3-4A2D-841B-52F50186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A740A-2526-454D-AF4C-85211F5F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84F50-DB54-4590-9991-B68A8796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4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DA6FB-1755-4BDA-AB18-A6ABDC59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14A65-1740-4458-9750-8986DDB6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CCEF8-3BA4-48DF-9CDF-420B007D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A0AC-284D-4DF4-B041-DF27931D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AE4D5-36EE-443A-B149-B12927E0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8117E-7E42-4A57-8872-8D95E4CF2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762FA-5A21-4EB4-9827-005D2471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E0E4B-700E-4EDA-8D0C-418C4713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FF47C-C481-499E-93E9-42B77A27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7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3142-49D7-4C77-A9E9-3F464A93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C5D2C-8F16-4900-BDAE-C05FC301C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D665B-800D-4085-A9B0-468F4C95C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4B25F-184B-4947-AD64-6F43B930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F4AB4-0621-4A01-825A-00D977CE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B6506-4B54-47F4-98C7-C8BFC1EE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2ADD-AA27-4D88-9BE9-6DA781C6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C32E8-5E4F-4DC9-86F8-FE7E62D0F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F6D0F-2578-499F-A7FF-FC737EC5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1C1B-9822-451C-9741-D050A4C3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D7163-2674-4B25-82FD-8DDBDCC8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BD538-B281-4A53-A78C-9A13AF038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0A5A1-0129-4FD4-8727-428192E02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2C1D9-98F3-45EC-A35F-1EE69D87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00A0A-103C-429E-9746-A5D5F1F0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EA8D6-479A-4A08-A310-AF7BA386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6E83-E6F6-4BA6-9978-C3F50156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04099-6770-4415-AD2E-29C48DCB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46859-BD3B-40CE-B6B6-EE9D35881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3FCB0-098C-4211-BBE7-39A9D8BC7B3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4019A-5577-4849-ABD2-1FE01123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4AD6E-79C5-4EEF-88DB-050E3F70E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BE8D-0B31-4320-908F-5F24F000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0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55DF-D098-4C74-977D-47EB4FADB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832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D5648-8A41-46B2-8023-F328B83B7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37957"/>
            <a:ext cx="9144000" cy="610537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Long Lead Time is a key waste (MUDA) in Business Process Excellence (BPE) and Lean Manufacturing.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*Definition:*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time between initiating a process and completing it, including delays, waiting, and unnecessary steps.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*Types of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Production Lead Time (PLT): Time from raw material to finished goods.</a:t>
            </a:r>
          </a:p>
          <a:p>
            <a:r>
              <a:rPr lang="en-US" dirty="0"/>
              <a:t>2. Customer Lead Time (CLT): Time from customer order to delivery.</a:t>
            </a:r>
          </a:p>
          <a:p>
            <a:r>
              <a:rPr lang="en-US" dirty="0"/>
              <a:t>3. Supply Chain Lead Time (SCLT): Time from supplier to customer.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2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A034-2972-4F5B-A546-593B8CAD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DF30-D86B-4843-B505-E701C23B1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Causes of Long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Inefficient processes</a:t>
            </a:r>
          </a:p>
          <a:p>
            <a:r>
              <a:rPr lang="en-US" dirty="0"/>
              <a:t>2. Poor communication</a:t>
            </a:r>
          </a:p>
          <a:p>
            <a:r>
              <a:rPr lang="en-US" dirty="0"/>
              <a:t>3. Insufficient capacity</a:t>
            </a:r>
          </a:p>
          <a:p>
            <a:r>
              <a:rPr lang="en-US" dirty="0"/>
              <a:t>4. Excessive inventory</a:t>
            </a:r>
          </a:p>
          <a:p>
            <a:r>
              <a:rPr lang="en-US" dirty="0"/>
              <a:t>5. Complex supply chains</a:t>
            </a:r>
          </a:p>
          <a:p>
            <a:r>
              <a:rPr lang="en-US" dirty="0"/>
              <a:t>6. Lack of standardization</a:t>
            </a:r>
          </a:p>
          <a:p>
            <a:r>
              <a:rPr lang="en-US" dirty="0"/>
              <a:t>7. Inadequate training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3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8966-F2D7-473F-8809-284DA21F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2473-1C59-4C13-B22A-0BAF37C78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Consequences of Long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Reduced customer satisfaction</a:t>
            </a:r>
          </a:p>
          <a:p>
            <a:r>
              <a:rPr lang="en-US" dirty="0"/>
              <a:t>2. Increased inventory costs</a:t>
            </a:r>
          </a:p>
          <a:p>
            <a:r>
              <a:rPr lang="en-US" dirty="0"/>
              <a:t>3. Decreased responsiveness</a:t>
            </a:r>
          </a:p>
          <a:p>
            <a:r>
              <a:rPr lang="en-US" dirty="0"/>
              <a:t>4. Reduced competitiveness</a:t>
            </a:r>
          </a:p>
          <a:p>
            <a:r>
              <a:rPr lang="en-US" dirty="0"/>
              <a:t>5. Increased risk of obsolescence</a:t>
            </a:r>
          </a:p>
          <a:p>
            <a:r>
              <a:rPr lang="en-US" dirty="0"/>
              <a:t>6. Higher costs</a:t>
            </a:r>
          </a:p>
          <a:p>
            <a:r>
              <a:rPr lang="en-US" dirty="0"/>
              <a:t>7. Reduced quality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927A-E705-4880-8986-C1D067C7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59A2-84CC-4B2C-95A3-E38B9BFF9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Solutions to Reduce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Implement Just-In-Time (JIT) production</a:t>
            </a:r>
          </a:p>
          <a:p>
            <a:r>
              <a:rPr lang="en-US" dirty="0"/>
              <a:t>2. Streamline processes</a:t>
            </a:r>
          </a:p>
          <a:p>
            <a:r>
              <a:rPr lang="en-US" dirty="0"/>
              <a:t>3. Improve communication</a:t>
            </a:r>
          </a:p>
          <a:p>
            <a:r>
              <a:rPr lang="en-US" dirty="0"/>
              <a:t>4. Increase capacity</a:t>
            </a:r>
          </a:p>
          <a:p>
            <a:r>
              <a:rPr lang="en-US" dirty="0"/>
              <a:t>5. Reduce inventory</a:t>
            </a:r>
          </a:p>
          <a:p>
            <a:r>
              <a:rPr lang="en-US" dirty="0"/>
              <a:t>6. Simplify supply chains</a:t>
            </a:r>
          </a:p>
          <a:p>
            <a:r>
              <a:rPr lang="en-US" dirty="0"/>
              <a:t>7. Implement total productive maintenance (TPM)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7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6A58-F1FF-4C3D-A55D-C7151EAD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D48D-2E22-465E-AF38-AC5D52AA8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BPE Tools to Reduce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Kanban</a:t>
            </a:r>
          </a:p>
          <a:p>
            <a:r>
              <a:rPr lang="en-US" dirty="0"/>
              <a:t>7. Continuous Improvement (Kaizen)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68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162C-BA31-49A5-98BE-90CE6D36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569C5-A8B9-48DC-B2BE-310F1D48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Metrics to Measure Lead Time:*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Production Lead Time (PLT)</a:t>
            </a:r>
          </a:p>
          <a:p>
            <a:r>
              <a:rPr lang="en-US" dirty="0"/>
              <a:t>2. Customer Lead Time (CLT)</a:t>
            </a:r>
          </a:p>
          <a:p>
            <a:r>
              <a:rPr lang="en-US" dirty="0"/>
              <a:t>3. Supply Chain Lead Time (SCLT)</a:t>
            </a:r>
          </a:p>
          <a:p>
            <a:r>
              <a:rPr lang="en-US" dirty="0"/>
              <a:t>4. Cycle Time</a:t>
            </a:r>
          </a:p>
          <a:p>
            <a:r>
              <a:rPr lang="en-US" dirty="0"/>
              <a:t>5. Throughput</a:t>
            </a:r>
          </a:p>
          <a:p>
            <a:r>
              <a:rPr lang="en-US" dirty="0"/>
              <a:t>6. Inventory Turns</a:t>
            </a:r>
          </a:p>
          <a:p>
            <a:r>
              <a:rPr lang="en-US" dirty="0"/>
              <a:t>7. Order Fulfillment Rate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85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0424-34FE-4FFA-9B9E-83741BDA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1BCE1-EC82-4CD1-B50F-6461A7942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Industry Applications:*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Manufacturing</a:t>
            </a:r>
          </a:p>
          <a:p>
            <a:r>
              <a:rPr lang="en-US" dirty="0"/>
              <a:t>2. Healthcare</a:t>
            </a:r>
          </a:p>
          <a:p>
            <a:r>
              <a:rPr lang="en-US" dirty="0"/>
              <a:t>3. Service industries</a:t>
            </a:r>
          </a:p>
          <a:p>
            <a:r>
              <a:rPr lang="en-US" dirty="0"/>
              <a:t>4. Logistics and transportation</a:t>
            </a:r>
          </a:p>
          <a:p>
            <a:r>
              <a:rPr lang="en-US" dirty="0"/>
              <a:t>5. Technology and software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2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D5BD-A007-432C-A18C-1C9ED93D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24F6A-916A-4526-9A61-B4B7E3AC9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Best Practices:*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Focus on customer needs</a:t>
            </a:r>
          </a:p>
          <a:p>
            <a:r>
              <a:rPr lang="en-US" dirty="0"/>
              <a:t>2. Identify and eliminate waste</a:t>
            </a:r>
          </a:p>
          <a:p>
            <a:r>
              <a:rPr lang="en-US" dirty="0"/>
              <a:t>3. Improve communication</a:t>
            </a:r>
          </a:p>
          <a:p>
            <a:r>
              <a:rPr lang="en-US" dirty="0"/>
              <a:t>4. Implement continuous improvement</a:t>
            </a:r>
          </a:p>
          <a:p>
            <a:r>
              <a:rPr lang="en-US" dirty="0"/>
              <a:t>5. Monitor and measure lead time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68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390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</cp:revision>
  <dcterms:created xsi:type="dcterms:W3CDTF">2024-12-01T16:12:48Z</dcterms:created>
  <dcterms:modified xsi:type="dcterms:W3CDTF">2024-12-01T16:17:49Z</dcterms:modified>
</cp:coreProperties>
</file>