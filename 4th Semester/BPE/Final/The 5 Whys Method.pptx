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2A73F-6E4A-4138-BF69-E0D1EEED1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A433C-EC1D-4C49-A1A7-D04567759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F6EB5-D7A9-4A21-A818-61D808C6C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11CA-47D7-4E98-B28B-1A8208E5C935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12E8A-7E77-40D7-B2E1-899AD0980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135DA-0E5D-4A5E-A31D-8F6A43DD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92BDA-B360-42B0-AC01-C2DDCAB9C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F1DEF-29D0-48A0-B64A-074269C2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4C181-CBB6-45F6-A7C9-4BFA473D3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52BD4-C36D-4D5D-97BD-51D177A25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11CA-47D7-4E98-B28B-1A8208E5C935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A7429-CC90-439B-85B8-B04886ED1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B94C6-502C-4F3C-9C28-93ED9974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92BDA-B360-42B0-AC01-C2DDCAB9C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5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C355A-CBCC-41A0-B060-92601F8C2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FA24D-552D-4B20-8E8A-AD4B124A2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B8612-6174-48DF-9E1A-F8BD3E2C4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11CA-47D7-4E98-B28B-1A8208E5C935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D406F-93F5-4512-8A60-D53BE5D26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A07AE-31DF-43B4-81B6-1545B9C48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92BDA-B360-42B0-AC01-C2DDCAB9C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42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A2B62-FB9B-4DA0-AEBC-4291C620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2BDD2-E9AE-46B5-B628-4699EC006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6C987-BCB4-4EA6-A7CF-C33F2F98F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5D8D9-BDEC-48D0-93D7-884DAD5D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11CA-47D7-4E98-B28B-1A8208E5C935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2BFFE-83FB-4060-832C-A5A89B8E8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C9A6-06E7-4FFB-8838-FDC96640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92BDA-B360-42B0-AC01-C2DDCAB9C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2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FD376-AED5-4CC1-A79E-9FB0DEE1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A4038-260E-44D8-8CFF-93C0A15EB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A2AC4-8D49-42E4-88A6-541AD4036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3DEA14-2EF6-4B52-8409-2B8D5B54F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75C8B-B360-423C-931A-87485DCC7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72DE3E-6DD7-4484-B4E0-5171449B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11CA-47D7-4E98-B28B-1A8208E5C935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618E98-5843-473C-8438-3A51F4D88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347391-CF1A-41D8-A7BE-2B5F41338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92BDA-B360-42B0-AC01-C2DDCAB9C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32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E1865-8DDB-4AA5-807F-0CD11481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2F94A-395D-4A60-9805-19EA600A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11CA-47D7-4E98-B28B-1A8208E5C935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68C48-8A6F-46A9-9F56-CC6C514B8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DCDE2-2861-462B-9E1C-48CDCF2C5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92BDA-B360-42B0-AC01-C2DDCAB9C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1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C4D3B-5DCD-4675-A6F2-737E04791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11CA-47D7-4E98-B28B-1A8208E5C935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35B7F-3E3A-4DC4-A801-3E43948F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42A23-489F-4913-9A0A-F29B6F15A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92BDA-B360-42B0-AC01-C2DDCAB9C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7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11CE3-4B20-42E9-82CC-723B246F3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3ADE8-3E6A-431C-8B2C-59300F9D5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82EAA-4424-4EA8-B792-E9721B82E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03EF0-5045-472F-9425-45C1F7102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11CA-47D7-4E98-B28B-1A8208E5C935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B9FCC-C22A-4210-AD23-490E6593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2702A-C70A-46AB-9A83-287A3D10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92BDA-B360-42B0-AC01-C2DDCAB9C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92E8-0D00-4B9F-ABF0-4B9FCA73C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0928FE-326C-419A-89C7-1BAF13C99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51589-30C5-4551-A83C-29306C4C8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B45C3-E4B1-45EC-9BDD-5B7EFF29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11CA-47D7-4E98-B28B-1A8208E5C935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5C6EB-FEDD-4903-BF91-BDF9346EE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82F25-C39C-42F5-AA66-7E3F1609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92BDA-B360-42B0-AC01-C2DDCAB9C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90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8AE72-D951-4416-9908-AEB8C96E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67524C-450A-49CC-B2DF-E91AA5697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14270-9278-44E8-88CC-DFD42AB55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11CA-47D7-4E98-B28B-1A8208E5C935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F30B4-A350-4F8A-8BC4-CC0768AD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76089-6DC4-49D8-B532-0E6FF373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92BDA-B360-42B0-AC01-C2DDCAB9C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7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752FE5-98B2-40A6-8059-518C4483B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E5383F-1C1D-4600-9267-F748559B5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B6847-6E48-43EB-8A3D-01A1D3D0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11CA-47D7-4E98-B28B-1A8208E5C935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74290-87CD-434B-9EAB-2C98642E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7F09-6891-4153-A72D-D08385319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92BDA-B360-42B0-AC01-C2DDCAB9C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3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6D4F2-F1F5-4CDA-8FA2-728150D8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327E4-B699-489E-8684-F8D190C64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72061-E7EC-4375-9F64-DE80D83CB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211CA-47D7-4E98-B28B-1A8208E5C935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9AAEA-0653-4109-993E-2E94E1F3D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5A14F-B8FB-41AF-A5C7-0FA1BCBC2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92BDA-B360-42B0-AC01-C2DDCAB9C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8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6EC1-6483-4B80-8100-62E71EE5E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928468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The 5 Whys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F7C6E-3795-4955-BC1A-7A21E8156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25415"/>
            <a:ext cx="12027877" cy="5514536"/>
          </a:xfrm>
        </p:spPr>
        <p:txBody>
          <a:bodyPr>
            <a:normAutofit/>
          </a:bodyPr>
          <a:lstStyle/>
          <a:p>
            <a:r>
              <a:rPr lang="en-US" dirty="0"/>
              <a:t>Asking "Why" is a fundamental principle in Business Process Excellence (BPE) and Lean Manufacturing.</a:t>
            </a:r>
            <a:br>
              <a:rPr lang="en-US" dirty="0"/>
            </a:br>
            <a:endParaRPr lang="en-US" dirty="0"/>
          </a:p>
          <a:p>
            <a:r>
              <a:rPr lang="en-US" dirty="0"/>
              <a:t>*</a:t>
            </a:r>
            <a:r>
              <a:rPr lang="en-US" sz="2800" b="1" dirty="0"/>
              <a:t>The 5 Whys Method:</a:t>
            </a:r>
            <a:endParaRPr lang="en-US" b="1" dirty="0"/>
          </a:p>
          <a:p>
            <a:r>
              <a:rPr lang="en-US" dirty="0"/>
              <a:t>1. Ask "Why" five times to drill down to the root cause of a problem.</a:t>
            </a:r>
          </a:p>
          <a:p>
            <a:r>
              <a:rPr lang="en-US" dirty="0"/>
              <a:t>2. Encourage critical thinking and analysis.</a:t>
            </a:r>
          </a:p>
          <a:p>
            <a:r>
              <a:rPr lang="en-US" dirty="0"/>
              <a:t>3. Identify and address underlying causes, not symptoms.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475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15341-1676-4765-93BB-69F9A3055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81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Importance of Asking 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859FC-9282-46AF-9B86-9D1CE94D4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58129"/>
            <a:ext cx="12295163" cy="53188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Identifies root causes, not symptoms.</a:t>
            </a:r>
          </a:p>
          <a:p>
            <a:r>
              <a:rPr lang="en-US" dirty="0"/>
              <a:t>2. Encourages critical thinking and analysis.</a:t>
            </a:r>
          </a:p>
          <a:p>
            <a:r>
              <a:rPr lang="en-US" dirty="0"/>
              <a:t>3. Fosters continuous improvement.</a:t>
            </a:r>
          </a:p>
          <a:p>
            <a:r>
              <a:rPr lang="en-US" dirty="0"/>
              <a:t>4. Enhances problem-solving skills.</a:t>
            </a:r>
          </a:p>
          <a:p>
            <a:r>
              <a:rPr lang="en-US" dirty="0"/>
              <a:t>5. Reduces recurrence of problems.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403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5055-4E3C-469C-9430-FD699A215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846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Benefits of Asking 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E5CCD-7349-4411-879C-72E9E7841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8468"/>
            <a:ext cx="12192000" cy="52484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Improved problem-solving.</a:t>
            </a:r>
          </a:p>
          <a:p>
            <a:r>
              <a:rPr lang="en-US" dirty="0"/>
              <a:t>2. Reduced waste and defects.</a:t>
            </a:r>
          </a:p>
          <a:p>
            <a:r>
              <a:rPr lang="en-US" dirty="0"/>
              <a:t>3. Increased efficiency and productivity.</a:t>
            </a:r>
          </a:p>
          <a:p>
            <a:r>
              <a:rPr lang="en-US" dirty="0"/>
              <a:t>4. Enhanced customer satisfaction.</a:t>
            </a:r>
          </a:p>
          <a:p>
            <a:r>
              <a:rPr lang="en-US" dirty="0"/>
              <a:t>5. Cost savings.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91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8738-94F3-43CE-BCE7-FE7A1F9C9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219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DFE58-FEE8-4F28-A40F-26CD43D81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2197"/>
            <a:ext cx="12192000" cy="530476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Ask open-ended questions.</a:t>
            </a:r>
          </a:p>
          <a:p>
            <a:r>
              <a:rPr lang="en-US" dirty="0"/>
              <a:t>2. Listen actively and objectively.</a:t>
            </a:r>
          </a:p>
          <a:p>
            <a:r>
              <a:rPr lang="en-US" dirty="0"/>
              <a:t>3. Focus on facts, not assumptions.</a:t>
            </a:r>
          </a:p>
          <a:p>
            <a:r>
              <a:rPr lang="en-US" dirty="0"/>
              <a:t>4. Involve stakeholders and subject matter experts.</a:t>
            </a:r>
          </a:p>
          <a:p>
            <a:r>
              <a:rPr lang="en-US" dirty="0"/>
              <a:t>5. Document and track findings.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39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68450-A4D2-40D1-AC01-05AB2EFC2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0033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Common Pitfalls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0A976-035C-4D7F-A0A6-DC6D019E2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1009"/>
            <a:ext cx="12192000" cy="51359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Assuming answers without investigation.</a:t>
            </a:r>
          </a:p>
          <a:p>
            <a:r>
              <a:rPr lang="en-US" dirty="0"/>
              <a:t>2. Focusing on symptoms, not root causes.</a:t>
            </a:r>
          </a:p>
          <a:p>
            <a:r>
              <a:rPr lang="en-US" dirty="0"/>
              <a:t>3. Lack of critical thinking.</a:t>
            </a:r>
          </a:p>
          <a:p>
            <a:r>
              <a:rPr lang="en-US" dirty="0"/>
              <a:t>4. Insufficient data analysis.</a:t>
            </a:r>
          </a:p>
          <a:p>
            <a:r>
              <a:rPr lang="en-US" dirty="0"/>
              <a:t>5. Failure to implement changes.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99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684F-C97E-436E-8FBE-E6660293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846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0124E-9355-433E-BAAF-356660633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8468"/>
            <a:ext cx="12192000" cy="52484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5 Whys Method.</a:t>
            </a:r>
          </a:p>
          <a:p>
            <a:r>
              <a:rPr lang="en-US" dirty="0"/>
              <a:t>2. Root Cause Analysis (RCA).</a:t>
            </a:r>
          </a:p>
          <a:p>
            <a:r>
              <a:rPr lang="en-US" dirty="0"/>
              <a:t>3. Fishbone Diagrams.</a:t>
            </a:r>
          </a:p>
          <a:p>
            <a:r>
              <a:rPr lang="en-US" dirty="0"/>
              <a:t>4. Pareto Analysis.</a:t>
            </a:r>
          </a:p>
          <a:p>
            <a:r>
              <a:rPr lang="en-US" dirty="0"/>
              <a:t>5. Six Thinking Hats.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035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A85E-31B9-4E01-9E31-E27F5A365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846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Industry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25248-1685-491A-81D0-9AE4A0D43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6942"/>
            <a:ext cx="12192000" cy="51500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Manufacturing.</a:t>
            </a:r>
          </a:p>
          <a:p>
            <a:r>
              <a:rPr lang="en-US" dirty="0"/>
              <a:t>2. Healthcare.</a:t>
            </a:r>
          </a:p>
          <a:p>
            <a:r>
              <a:rPr lang="en-US" dirty="0"/>
              <a:t>3. Service industries.</a:t>
            </a:r>
          </a:p>
          <a:p>
            <a:r>
              <a:rPr lang="en-US" dirty="0"/>
              <a:t>4. Logistics and transportation.</a:t>
            </a:r>
          </a:p>
          <a:p>
            <a:r>
              <a:rPr lang="en-US" dirty="0"/>
              <a:t>5. Technology and software.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071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923C-5B1B-4B4A-8F52-3DD5D93D9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3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Metrics to Measure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02AEA-1FA3-4AF4-A447-AF8A44612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12192000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Problem resolution rate.</a:t>
            </a:r>
          </a:p>
          <a:p>
            <a:r>
              <a:rPr lang="en-US" dirty="0"/>
              <a:t>2. Root cause identification rate.</a:t>
            </a:r>
          </a:p>
          <a:p>
            <a:r>
              <a:rPr lang="en-US" dirty="0"/>
              <a:t>3. Implementation rate of corrective actions.</a:t>
            </a:r>
          </a:p>
          <a:p>
            <a:r>
              <a:rPr lang="en-US" dirty="0"/>
              <a:t>4. Reduction in waste and defects.</a:t>
            </a:r>
          </a:p>
          <a:p>
            <a:r>
              <a:rPr lang="en-US" dirty="0"/>
              <a:t>5. Customer satisfaction.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815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327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The 5 Whys Method</vt:lpstr>
      <vt:lpstr>Importance of Asking Why</vt:lpstr>
      <vt:lpstr>Benefits of Asking Why</vt:lpstr>
      <vt:lpstr>Best Practices</vt:lpstr>
      <vt:lpstr>Common Pitfalls</vt:lpstr>
      <vt:lpstr>Tools and Techniques</vt:lpstr>
      <vt:lpstr>Industry Applications</vt:lpstr>
      <vt:lpstr>Metrics to Measure Effectiveness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18</cp:revision>
  <dcterms:created xsi:type="dcterms:W3CDTF">2024-12-01T17:02:58Z</dcterms:created>
  <dcterms:modified xsi:type="dcterms:W3CDTF">2024-12-07T14:44:39Z</dcterms:modified>
</cp:coreProperties>
</file>