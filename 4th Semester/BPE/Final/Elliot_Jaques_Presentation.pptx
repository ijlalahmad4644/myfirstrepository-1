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65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0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306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3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46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21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7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23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9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116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109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93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55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611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38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19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1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Understanding Elliot Jaques' Requisite Organization and Quality Management</a:t>
            </a:r>
          </a:p>
          <a:p>
            <a:r>
              <a:t>Subtitle: Simplified Concepts for University Students</a:t>
            </a:r>
          </a:p>
          <a:p>
            <a:r>
              <a:t>Team Members: Haroon Waheed, Ebad Raja, Ehtisham Butt, Malik Hamza 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is Elliot Jaques?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Elliot Jaques was a Canadian psychoanalyst and organizational psychologist.</a:t>
            </a:r>
          </a:p>
          <a:p>
            <a:r>
              <a:t>Developed the concept of Requisite Organization.</a:t>
            </a:r>
          </a:p>
          <a:p>
            <a:r>
              <a:t>Fun Fact: He coined the term 'mid-life crisis.'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Requisite Organization?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Requisite Organization is a theory about how to design organizations for maximum efficiency and fairness.</a:t>
            </a:r>
          </a:p>
          <a:p>
            <a:r>
              <a:t>Aligns the organization’s structure with human capabilities and business goals.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Principles of Requisite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Clear Role Responsibilities: Everyone knows what they are responsible for.</a:t>
            </a:r>
          </a:p>
          <a:p>
            <a:r>
              <a:t>2. Accountability: Each level of management is accountable for its decisions.</a:t>
            </a:r>
          </a:p>
          <a:p>
            <a:r>
              <a:t>3. Appropriate Work Levels: Matching tasks to the right level of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Importance of Requisite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Ensures fairness in the workplace.</a:t>
            </a:r>
          </a:p>
          <a:p>
            <a:r>
              <a:t>Improves communication and decision-making.</a:t>
            </a:r>
          </a:p>
          <a:p>
            <a:r>
              <a:t>Increases productivity by removing unnecessary layers.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Layers in Requisite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Defined Layers: Operational to strategic levels.</a:t>
            </a:r>
          </a:p>
          <a:p>
            <a:r>
              <a:t>Examples: Workers, Supervisors, Managers, Executives.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Span of Discretion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longest period an employee’s tasks can be completed without further guidance.</a:t>
            </a:r>
          </a:p>
          <a:p>
            <a:r>
              <a:t>Helps in assigning the right tasks to the right people.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Leadership in Requisite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Leaders should match tasks to team members’ capabilities.</a:t>
            </a:r>
          </a:p>
          <a:p>
            <a:r>
              <a:t>Focus on training and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 is the foundation of a successful organization.</a:t>
            </a:r>
          </a:p>
          <a:p>
            <a:r>
              <a:t>Build trust with fair treatment, transparency, and accountability.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to Quality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Quality Management ensures products/services meet customer expectations.</a:t>
            </a:r>
          </a:p>
          <a:p>
            <a:r>
              <a:t>Principles: Customer satisfaction, employee involvement, continuous improvement.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Principles of Quality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Customer Focus: Meet and exceed customer expectations.</a:t>
            </a:r>
          </a:p>
          <a:p>
            <a:r>
              <a:t>2. Leadership: Leaders set a clear vision.</a:t>
            </a:r>
          </a:p>
          <a:p>
            <a:r>
              <a:t>3. Engagement: Everyone in the organization contributes.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Connection Between Requisite Organization and Quality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534" y="2799471"/>
            <a:ext cx="7744265" cy="2518117"/>
          </a:xfrm>
        </p:spPr>
        <p:txBody>
          <a:bodyPr/>
          <a:lstStyle/>
          <a:p>
            <a:r>
              <a:rPr dirty="0" smtClean="0"/>
              <a:t>A well-structured organization supports quality.</a:t>
            </a:r>
          </a:p>
          <a:p>
            <a:r>
              <a:rPr dirty="0" smtClean="0"/>
              <a:t>Better roles lead to better processes.</a:t>
            </a:r>
          </a:p>
          <a:p>
            <a:r>
              <a:rPr dirty="0" smtClean="0"/>
              <a:t>Encourages </a:t>
            </a:r>
            <a:r>
              <a:rPr dirty="0"/>
              <a:t>learning and adaptation.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Benefits of Requisite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conflicts in the workplace.</a:t>
            </a:r>
          </a:p>
          <a:p>
            <a:r>
              <a:t>Better employee morale.</a:t>
            </a:r>
          </a:p>
          <a:p>
            <a:r>
              <a:t>Higher overall efficiency.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Quality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Consistent products and services.</a:t>
            </a:r>
          </a:p>
          <a:p>
            <a:r>
              <a:t>Increased customer satisfaction.</a:t>
            </a:r>
          </a:p>
          <a:p>
            <a:r>
              <a:t>Better market reputation.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Practical Example of Requisite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manufacturing company streamlined processes by clarifying roles.</a:t>
            </a:r>
          </a:p>
          <a:p>
            <a:r>
              <a:t>Outcome: 20% increase in productivity.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Practical Example of Quality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tech company improved customer feedback processes.</a:t>
            </a:r>
          </a:p>
          <a:p>
            <a:r>
              <a:t>Outcome: 95% customer satisfaction rate.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Challenges in Requisite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Resistance to change.</a:t>
            </a:r>
          </a:p>
          <a:p>
            <a:r>
              <a:t>2. Difficulty in identifying proper roles.</a:t>
            </a:r>
          </a:p>
          <a:p>
            <a:r>
              <a:t>3. Communication gaps.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Challenges in Quality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High initial costs.</a:t>
            </a:r>
          </a:p>
          <a:p>
            <a:r>
              <a:t>2. Training employees.</a:t>
            </a:r>
          </a:p>
          <a:p>
            <a:r>
              <a:t>3. Maintaining consistency.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Overcoming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Requisite Organization: Training, transparency, leadership commitment.</a:t>
            </a:r>
          </a:p>
          <a:p>
            <a:r>
              <a:t>Quality Management: Regular audits, continuous improvement.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Requisite Organization focuses on structure, accountability, and fairness.</a:t>
            </a:r>
          </a:p>
          <a:p>
            <a:r>
              <a:t>Quality Management ensures consistent, customer-focused outputs.</a:t>
            </a:r>
          </a:p>
          <a:p>
            <a:r>
              <a:t>Both concepts aim for efficiency and effectiveness.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Team Members: Haroon Waheed, Ebad Raja, Ehtisham Butt, Malik Hamza Ali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</TotalTime>
  <Words>536</Words>
  <Application>Microsoft Office PowerPoint</Application>
  <PresentationFormat>On-screen Show (4:3)</PresentationFormat>
  <Paragraphs>74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Garamond</vt:lpstr>
      <vt:lpstr>Organic</vt:lpstr>
      <vt:lpstr>Title Slide</vt:lpstr>
      <vt:lpstr>Who is Elliot Jaques?</vt:lpstr>
      <vt:lpstr>What is Requisite Organization?</vt:lpstr>
      <vt:lpstr>Key Principles of Requisite Organization</vt:lpstr>
      <vt:lpstr>Importance of Requisite Organization</vt:lpstr>
      <vt:lpstr>Layers in Requisite Organization</vt:lpstr>
      <vt:lpstr>Time Span of Discretion</vt:lpstr>
      <vt:lpstr>Leadership in Requisite Organization</vt:lpstr>
      <vt:lpstr>The Role of Trust</vt:lpstr>
      <vt:lpstr>Introduction to Quality Management</vt:lpstr>
      <vt:lpstr>Principles of Quality Management</vt:lpstr>
      <vt:lpstr>Connection Between Requisite Organization and Quality Management</vt:lpstr>
      <vt:lpstr>Benefits of Requisite Organization</vt:lpstr>
      <vt:lpstr>Benefits of Quality Management</vt:lpstr>
      <vt:lpstr>Practical Example of Requisite Organization</vt:lpstr>
      <vt:lpstr>Practical Example of Quality Management</vt:lpstr>
      <vt:lpstr>Challenges in Requisite Organization</vt:lpstr>
      <vt:lpstr>Challenges in Quality Management</vt:lpstr>
      <vt:lpstr>Overcoming Challenges</vt:lpstr>
      <vt:lpstr>Summary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subject/>
  <dc:creator/>
  <cp:keywords/>
  <dc:description>generated using python-pptx</dc:description>
  <cp:lastModifiedBy>haroon. waheed</cp:lastModifiedBy>
  <cp:revision>2</cp:revision>
  <dcterms:created xsi:type="dcterms:W3CDTF">2013-01-27T09:14:16Z</dcterms:created>
  <dcterms:modified xsi:type="dcterms:W3CDTF">2024-12-20T09:35:10Z</dcterms:modified>
  <cp:category/>
</cp:coreProperties>
</file>