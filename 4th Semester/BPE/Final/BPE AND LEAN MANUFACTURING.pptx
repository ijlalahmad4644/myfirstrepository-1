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FF3A-6F3C-4CC1-8B89-0AD02D56A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51260-3C12-4C5B-B8E1-D1A58926F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65DC-277B-4246-AD0B-B42D2222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28BEC-B914-4A43-BA30-2D020B45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2E15A-2CC4-44D4-85BA-BEB48059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71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F2C7-BBD8-4696-AB5A-A92880CA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1A89-1DDC-47FA-A878-E2919B050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CB76C-9AA6-48CC-8935-931F1C100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2E3D6-244A-4C6D-BC6E-F739D4E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7DAF-0D7E-4670-A1D9-6A97B7A9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3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7F31-7AAC-4349-A3D9-89C48E69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9F48B-DD11-403F-AFC2-12F0B3D6B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1992E-5FE9-4BCF-B889-7850E65F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F959A-C5E2-41B2-B01A-F4E25E96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E0972-9728-48D8-8DA3-FADA480D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2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2FFD-C2D1-4359-93A5-F27C963F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2B70D-A495-416C-BF82-F49E40F9D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E121A-1D7B-4E56-BFC9-8DB62572E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7C3E4-BFFB-43F0-9956-5A85387E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7178D-215B-4D85-9C83-BFE5A567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197E1-A8A0-49BC-91F0-0E660855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3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755F-A960-4B0F-985F-C7926422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77A1D-F48A-42E4-B1C5-5D1086E37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90F19-CF77-4BF4-BFB1-E850D10A6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25F26-915F-46CC-9DBA-5FD63A1A6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36D17-0281-48FB-9AE7-47F1F4BF8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4B624-429D-4A75-9BA6-7D24627B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0DF88-3940-4E7E-BC45-126A0CC2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A2BC6-9DF4-44B1-A14B-132BA34BA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92F9F-3E8A-4B6B-BEF7-7625D464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DF7D9-C0FC-4274-B47D-9148600D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38847-1026-4F0D-B76B-8D1E6FAD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A8DD0-3547-4FD6-8274-69DBA8F7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3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2B528-AE3F-464D-9CB6-9F11E8B6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5223E-20E2-4123-AB94-6DBF2A6D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8D147-1545-41A4-9523-AEDC756C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9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B2C3-CDC5-46FE-925B-0DF19A9DD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1F0DE-2BF4-4C23-8921-F6ECEE8A7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F7EA9-76AD-4E98-9734-0EE34E016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A4714-6D54-4C52-A1D9-4CA241D1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B40D9-B9D6-49E6-A2FC-8354CC1E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5A653-9BE2-4BE4-BCEE-DB4F923A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CD83-1254-48BC-86FE-86EBD5A1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DEAEC-F01A-4B70-AEF0-B81DBC7F6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D2369-81D2-4A44-AF8A-E9B777EBF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16A36-CC4A-4867-A44B-CB1D5020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66244-2402-4C23-A1E2-FC2A9D6B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90B70-2319-4452-B3B7-7AC1422D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9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CEC68-4766-4AD0-9D3A-F7864A3D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7B6E0-6007-4117-BC1D-F8049C7C0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70D74-EB1E-498A-8002-A96FA7B3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D00D4-E85B-4786-B881-7C05886ED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ED12-8140-49CB-AE06-9A12768B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1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C770B-28B1-4653-B513-92174B6D4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D5790-ACBC-4DDF-B8CA-A6E6808A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A472D-5CCB-4673-B4A4-60B4FB99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E7D3-B184-447E-A22A-6BC6423F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4310-51DC-4978-A131-C8FA4512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9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E2F1D-8E59-4D62-824E-43B3ED07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04E20-E72C-40A0-AABA-95EE75A8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FFF4E-94C8-42EB-97DE-7DB64B405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E31BC-D301-4563-B77D-D6706E1D0AAE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70E42-3A2D-4B89-B874-DAB106A1E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8F2D-03B0-4437-8E0E-9E922C063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57F5D-CAE0-470C-BB50-DD95F2E57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376B-054E-4386-A736-530CA0EB0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1999" cy="223676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Key concepts related to Business Process Excellence (BPE) and Lean Manufacturing:</a:t>
            </a:r>
            <a:br>
              <a:rPr lang="en-US" b="1" dirty="0">
                <a:solidFill>
                  <a:srgbClr val="FFC000"/>
                </a:solidFill>
              </a:rPr>
            </a:b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011C4-8557-4613-B57A-E7548C2CC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05243"/>
            <a:ext cx="12191998" cy="535275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600" b="1" dirty="0"/>
              <a:t>*Wastes (MUDA)*</a:t>
            </a:r>
            <a:endParaRPr lang="en-US" b="1" dirty="0"/>
          </a:p>
          <a:p>
            <a:r>
              <a:rPr lang="en-US" dirty="0"/>
              <a:t>1. Overproduction</a:t>
            </a:r>
          </a:p>
          <a:p>
            <a:r>
              <a:rPr lang="en-US" dirty="0"/>
              <a:t>2. Inventory</a:t>
            </a:r>
          </a:p>
          <a:p>
            <a:r>
              <a:rPr lang="en-US" dirty="0"/>
              <a:t>3. Repairs/Rejects</a:t>
            </a:r>
          </a:p>
          <a:p>
            <a:r>
              <a:rPr lang="en-US" dirty="0"/>
              <a:t>4. Motion</a:t>
            </a:r>
          </a:p>
          <a:p>
            <a:r>
              <a:rPr lang="en-US" dirty="0"/>
              <a:t>5. Processing</a:t>
            </a:r>
          </a:p>
          <a:p>
            <a:r>
              <a:rPr lang="en-US" dirty="0"/>
              <a:t>6. Waiting</a:t>
            </a:r>
          </a:p>
          <a:p>
            <a:r>
              <a:rPr lang="en-US" dirty="0"/>
              <a:t>7. Transport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61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C34C-410B-44FE-9FE3-FA4A270A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321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Lean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BC137-8FF9-4C3E-A2E6-1EAA52572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5754"/>
            <a:ext cx="12192000" cy="5662245"/>
          </a:xfrm>
        </p:spPr>
        <p:txBody>
          <a:bodyPr>
            <a:normAutofit/>
          </a:bodyPr>
          <a:lstStyle/>
          <a:p>
            <a:r>
              <a:rPr lang="en-US" dirty="0"/>
              <a:t>1. Line Layout optimization</a:t>
            </a:r>
          </a:p>
          <a:p>
            <a:r>
              <a:rPr lang="en-US" dirty="0"/>
              <a:t>2. Reducing Lead Times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*Mistake Proofing (Poka-Yoke)*</a:t>
            </a:r>
          </a:p>
          <a:p>
            <a:r>
              <a:rPr lang="en-US" dirty="0"/>
              <a:t>1. Designing processes to prevent errors</a:t>
            </a:r>
          </a:p>
          <a:p>
            <a:r>
              <a:rPr lang="en-US" dirty="0"/>
              <a:t>2. Using sensors, checks, and alarms to detect errors</a:t>
            </a:r>
          </a:p>
          <a:p>
            <a:r>
              <a:rPr lang="en-US" dirty="0"/>
              <a:t>3. Implementing fail-safes to prevent defects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7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8168-246D-4B27-8E18-BB617F0B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253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*5 Whys Method*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0711-8F98-49C4-A9E6-50952FD7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534"/>
            <a:ext cx="12192000" cy="59154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Asking "Why?" repeatedly to identify root causes</a:t>
            </a:r>
          </a:p>
          <a:p>
            <a:r>
              <a:rPr lang="en-US" dirty="0"/>
              <a:t>2. Drilling down to the underlying problem</a:t>
            </a:r>
          </a:p>
          <a:p>
            <a:r>
              <a:rPr lang="en-US" dirty="0"/>
              <a:t>3. Encouraging critical thinking and analysis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2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80AE-1951-4E7A-ADF1-C45C6CD3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100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*Importance of Asking Why*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046B-0523-4631-BC74-418327D2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Identifies root causes, not symptoms</a:t>
            </a:r>
          </a:p>
          <a:p>
            <a:r>
              <a:rPr lang="en-US" dirty="0"/>
              <a:t>2. Encourages critical thinking</a:t>
            </a:r>
          </a:p>
          <a:p>
            <a:r>
              <a:rPr lang="en-US" dirty="0"/>
              <a:t>3. Fosters continuous improvement</a:t>
            </a:r>
          </a:p>
          <a:p>
            <a:r>
              <a:rPr lang="en-US" dirty="0"/>
              <a:t>4. Enhances problem-solving skills</a:t>
            </a:r>
          </a:p>
          <a:p>
            <a:r>
              <a:rPr lang="en-US" dirty="0"/>
              <a:t>5. Reduces recurrence of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59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CD318-3F7F-455B-B3D0-18D3A186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49"/>
            <a:ext cx="10515600" cy="90033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Benefits of BPE and Lean*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1796A-800B-409E-9949-1094361A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0332"/>
            <a:ext cx="12192000" cy="52766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Improved efficiency</a:t>
            </a:r>
          </a:p>
          <a:p>
            <a:r>
              <a:rPr lang="en-US" dirty="0"/>
              <a:t>2. Reduced waste</a:t>
            </a:r>
          </a:p>
          <a:p>
            <a:r>
              <a:rPr lang="en-US" dirty="0"/>
              <a:t>3. Enhanced quality</a:t>
            </a:r>
          </a:p>
          <a:p>
            <a:r>
              <a:rPr lang="en-US" dirty="0"/>
              <a:t>4. Increased productivity</a:t>
            </a:r>
          </a:p>
          <a:p>
            <a:r>
              <a:rPr lang="en-US" dirty="0"/>
              <a:t>5. Better customer satisfaction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7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2662-40E0-4DC6-92A3-F204B932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287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*Engineering Wants*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C1222-4366-4423-B253-C8FA1A72C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874"/>
            <a:ext cx="12192000" cy="5164089"/>
          </a:xfrm>
        </p:spPr>
        <p:txBody>
          <a:bodyPr>
            <a:normAutofit/>
          </a:bodyPr>
          <a:lstStyle/>
          <a:p>
            <a:r>
              <a:rPr lang="en-US" dirty="0"/>
              <a:t>1. Design for Manufacturability (DFM)</a:t>
            </a:r>
          </a:p>
          <a:p>
            <a:r>
              <a:rPr lang="en-US" dirty="0"/>
              <a:t>2. Design for Assembly (DFA)</a:t>
            </a:r>
          </a:p>
          <a:p>
            <a:r>
              <a:rPr lang="en-US" dirty="0"/>
              <a:t>3. Design for Quality (DFQ)</a:t>
            </a:r>
          </a:p>
          <a:p>
            <a:r>
              <a:rPr lang="en-US" dirty="0"/>
              <a:t>4. Design for Cost (DFC)</a:t>
            </a:r>
          </a:p>
          <a:p>
            <a:r>
              <a:rPr lang="en-US" dirty="0"/>
              <a:t>5. Design for Lead Time Reduction (DFLTR)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70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8811-5B81-4775-8A72-523DD1D3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914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66B3-64B8-4552-9D25-68FA555A7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9145"/>
            <a:ext cx="12192000" cy="51078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Engage employees in continuous improvement</a:t>
            </a:r>
          </a:p>
          <a:p>
            <a:r>
              <a:rPr lang="en-US" dirty="0"/>
              <a:t>2. Use data-driven decision-making</a:t>
            </a:r>
          </a:p>
          <a:p>
            <a:r>
              <a:rPr lang="en-US" dirty="0"/>
              <a:t>3. Focus on customer needs</a:t>
            </a:r>
          </a:p>
          <a:p>
            <a:r>
              <a:rPr lang="en-US" dirty="0"/>
              <a:t>4. Implement mistake-proofing measures</a:t>
            </a:r>
          </a:p>
          <a:p>
            <a:r>
              <a:rPr lang="en-US" dirty="0"/>
              <a:t>5. Regularly review and refine processes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41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5087-7421-4DCC-B92C-165A0C43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677"/>
            <a:ext cx="10515600" cy="942535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*Tools and Techniques*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7FD0-A642-423B-AA57-4D622DD27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3212"/>
            <a:ext cx="12192000" cy="57747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73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303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Key concepts related to Business Process Excellence (BPE) and Lean Manufacturing: </vt:lpstr>
      <vt:lpstr>Lean Tools</vt:lpstr>
      <vt:lpstr>*5 Whys Method*</vt:lpstr>
      <vt:lpstr>*Importance of Asking Why*</vt:lpstr>
      <vt:lpstr>Benefits of BPE and Lean*</vt:lpstr>
      <vt:lpstr>*Engineering Wants*</vt:lpstr>
      <vt:lpstr>Best Practices*</vt:lpstr>
      <vt:lpstr>*Tools and Techniques*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14</cp:revision>
  <dcterms:created xsi:type="dcterms:W3CDTF">2024-12-01T14:15:52Z</dcterms:created>
  <dcterms:modified xsi:type="dcterms:W3CDTF">2024-12-01T17:34:29Z</dcterms:modified>
</cp:coreProperties>
</file>