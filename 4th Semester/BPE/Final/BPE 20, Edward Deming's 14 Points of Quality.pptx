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21F9-D563-00CF-C4C0-B0541128C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7DFED-97D0-8ABA-18D3-CB9D18AE7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35F4F-B23E-38D7-DDD3-8A25A86F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5A3E4-C156-F59D-49D9-A9EBF030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9CF0B-5855-A5B0-A778-3A7FA308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677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34E0-FA45-95F1-A47F-25040C72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A78E1-DD66-7559-8FE3-3FE3F30A0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55DF4-7BA5-9902-CE9F-A3E0BD4D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E8A05-086B-1CC1-6371-C3B3E6B7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99ECA-70A2-9DB8-ACC6-CD321FF1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012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F0BF-A237-0238-0933-01CFBB03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532CF-66E8-8787-86C0-DF3F88A29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BECC-E893-476E-4C39-9C4FDB18D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C725B-3D2D-D4D3-C4BC-8B2294C3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DED1B-C88E-402C-9C9E-EA4F40DE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05761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DD5F-93AD-B93C-B57F-3469F13A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C7719-1506-C7B8-5F35-C80E2C8FF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8AD87-0287-312F-BF12-D20F54078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4129A-C4CC-D3EC-71B4-2F39AED3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F40C4-C3B8-DB39-514F-13E2CE3F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A831D-84F3-ED57-960E-3B1A41AC6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60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BB9F-68A0-07C1-33DA-A3AC4143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EE0E5-EC85-15D9-6277-BB1D35FCD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B3B2B-E9E8-9A43-0C0C-73887CC6C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F221C-D065-C9EB-E721-55CF61BC4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815F6D-C3B0-7F22-9A8B-1CD8A974F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AEDAB-BBD6-866E-6D53-FFCBEA3BE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70E18D-6D89-DBD7-D851-AB00A7EF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42E164-AA3D-0227-0A38-4F6AD750E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12025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A89BA-6A8D-EE0A-B3BB-8AA091063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3BDE7-94DC-CC14-C9F9-84117C44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357E7-84FC-D909-9210-359EACC3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09D5A-6BCA-162F-5DDD-2C74C3FD6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351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D65036-6E0A-BC2F-A457-738424D0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31237-A9FE-E659-BAC5-C3551BDA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1F1FC-8C9D-808B-3E90-6ADF977B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060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8915-D6D3-7D12-C560-C6A5FC9F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DB26C-9F38-1744-52AB-79E74E590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0DAB4-0D51-E3E3-8BD7-9A32CB2FD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A6EED-B249-D7F6-635D-4BFE0F1C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D3D88-43E7-9888-29F3-4050984D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2E818-88C9-2B8B-4BD3-A04A1195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4879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25A5-FD07-ADC9-C4BA-3BA5ACD2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DBC64-0D0F-C704-556F-DEE6792B3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62524-6C8E-32B1-5F00-BDB744BB7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581A1-2C96-DF86-C18C-AD28B9E3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93163-D725-2ECD-585B-6E07B4DC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F6AFF-48F9-2115-49A4-0C7CE863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380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E00E-7C39-76F0-2CFF-379154DCD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6746A-A77E-4FC4-E563-3DE31DED3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E02C2-880B-E45C-C558-A37EDD890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2A168-E886-27A6-DF3A-2100CA28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614A2-BB0A-279F-833F-26007A2B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4313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E863FC-4078-0524-C3DC-90C1F6A64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15919-E715-E6AF-B7C4-EF9ACEEA6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4F4CD-5F69-7A85-D11D-2777B1EF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5A8A6-68C7-DAA2-EF46-78A0C2ABE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D1CD6-14A8-CEEA-BBD4-822507D4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53975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D7044-9512-9955-1B5B-65D998FA8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96030-30E0-BF41-D45F-1FD3FB410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70170-50F8-F757-4A9E-E552EF0CB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DE60C-2943-42C4-BDC5-3F63276704D3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02741-476D-BF73-24DE-B26417AE1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27748-1F72-ADE8-09B9-1F7387C9C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73329-E1C1-4573-B942-13723763A2A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50405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DB2FC-505E-6D19-5373-DC4168E35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828799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Edward Deming's 14 Points of Quality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A44B3-B504-EBFB-80D7-5BF1747A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28799"/>
            <a:ext cx="12192000" cy="502920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Edward Deming's 14 Points of Quality are a foundational framework for quality management and continuous improvement.</a:t>
            </a:r>
          </a:p>
          <a:p>
            <a:pPr algn="l"/>
            <a:b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*Deming's 14 Points:*</a:t>
            </a:r>
          </a:p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*Create constancy of purpose*: Focus on long-term goals and quality.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*Adopt the new philosophy*: Embrace a culture of continuous improvement.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*Cease dependence on inspection*: Shift from inspection to prevention.</a:t>
            </a:r>
            <a:b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2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 *End the practice of awarding business on the basis of price tag*: Consider total cost, quality, and service.</a:t>
            </a:r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966228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A3AA-192F-B464-2F40-03E65E610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94620"/>
          </a:xfrm>
        </p:spPr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Edward Deming's 14 Points of Quality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12797-4877-4666-B75F-D2980E956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4620"/>
            <a:ext cx="12192000" cy="566338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5. *Improve constantly and forever*: Encourage continuous learning and improvement.</a:t>
            </a:r>
          </a:p>
          <a:p>
            <a:r>
              <a:rPr lang="en-US" sz="3200" dirty="0"/>
              <a:t>6. *Institute training on the job*: Provide ongoing training and development.</a:t>
            </a:r>
          </a:p>
          <a:p>
            <a:r>
              <a:rPr lang="en-US" sz="3200" dirty="0"/>
              <a:t>7. *Institute leadership*: Foster a culture of leadership and collaboration.</a:t>
            </a:r>
          </a:p>
          <a:p>
            <a:r>
              <a:rPr lang="en-US" sz="3200" dirty="0"/>
              <a:t>8. *Drive out fear*: Encourage open communication and empowerment.</a:t>
            </a:r>
            <a:br>
              <a:rPr lang="en-US" sz="3200" dirty="0"/>
            </a:br>
            <a:r>
              <a:rPr lang="en-US" sz="3200" dirty="0"/>
              <a:t>9. *Break down barriers between departments*: Foster collaboration and teamwork.</a:t>
            </a:r>
          </a:p>
          <a:p>
            <a:r>
              <a:rPr lang="en-US" sz="3200" dirty="0"/>
              <a:t>10. *Eliminate slogans, exhortations, and targets*: Focus on meaningful metrics.</a:t>
            </a:r>
          </a:p>
          <a:p>
            <a:r>
              <a:rPr lang="en-US" sz="3200" dirty="0"/>
              <a:t>11.  Edward Deming's 14 Points of Quality are a foundational framework for quality management and continuous improvement.</a:t>
            </a:r>
          </a:p>
          <a:p>
            <a:pPr marL="0" indent="0">
              <a:buNone/>
            </a:pPr>
            <a:br>
              <a:rPr lang="en-US" sz="1050" dirty="0"/>
            </a:br>
            <a:endParaRPr lang="en-PK" sz="1050" dirty="0"/>
          </a:p>
        </p:txBody>
      </p:sp>
    </p:spTree>
    <p:extLst>
      <p:ext uri="{BB962C8B-B14F-4D97-AF65-F5344CB8AC3E}">
        <p14:creationId xmlns:p14="http://schemas.microsoft.com/office/powerpoint/2010/main" val="48691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645D0-54DE-AB21-EAC8-C617D7F9D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7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Key Principles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E07B0-8E19-BE0C-9C90-62BA69E0E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6900" dirty="0"/>
              <a:t>1. Focus on quality, not quantity.</a:t>
            </a:r>
          </a:p>
          <a:p>
            <a:r>
              <a:rPr lang="en-US" sz="6900" dirty="0"/>
              <a:t>2. Emphasize prevention over inspection.</a:t>
            </a:r>
          </a:p>
          <a:p>
            <a:r>
              <a:rPr lang="en-US" sz="6900" dirty="0"/>
              <a:t>3. Encourage continuous improvement.</a:t>
            </a:r>
          </a:p>
          <a:p>
            <a:r>
              <a:rPr lang="en-US" sz="6900" dirty="0"/>
              <a:t>4. Foster collaboration and teamwork.</a:t>
            </a:r>
          </a:p>
          <a:p>
            <a:r>
              <a:rPr lang="en-US" sz="6900" dirty="0"/>
              <a:t>5. Empower employees.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99098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EBEC-2A61-043F-FFEB-7624F120C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61883"/>
          </a:xfrm>
        </p:spPr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Deming's Theories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892B2-4A7F-3171-800E-814BAC294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1. *System of Profound Knowledge*: Understand the interconnectedness of systems.</a:t>
            </a:r>
          </a:p>
          <a:p>
            <a:r>
              <a:rPr lang="en-US" sz="4000" dirty="0"/>
              <a:t>2. *Variation*: Recognize and manage variation in processes.</a:t>
            </a:r>
          </a:p>
          <a:p>
            <a:r>
              <a:rPr lang="en-US" sz="4000" dirty="0"/>
              <a:t>3. *Theory of Knowledge*: Continuously learn and improve.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0741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6CB6-EB4C-03A0-C19E-3557BD4D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949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Impact: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D32D4-6409-E54D-CF60-B4723287C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5200" dirty="0"/>
              <a:t>Deming's 14 Points have influenced:</a:t>
            </a:r>
          </a:p>
          <a:p>
            <a:r>
              <a:rPr lang="en-US" sz="5200" dirty="0"/>
              <a:t>1. Total Quality Management (TQM)</a:t>
            </a:r>
          </a:p>
          <a:p>
            <a:r>
              <a:rPr lang="en-US" sz="5200" dirty="0"/>
              <a:t>2. Lean</a:t>
            </a:r>
          </a:p>
          <a:p>
            <a:r>
              <a:rPr lang="en-US" sz="5200" dirty="0"/>
              <a:t>3. Six Sigma</a:t>
            </a:r>
          </a:p>
          <a:p>
            <a:r>
              <a:rPr lang="en-US" sz="5200" dirty="0"/>
              <a:t>4. Continuous Improvement</a:t>
            </a:r>
          </a:p>
          <a:p>
            <a:r>
              <a:rPr lang="en-US" sz="5200" dirty="0"/>
              <a:t>5. Quality Management Standards (e.g., ISO 9001)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44130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45D7-78ED-5378-06AE-5D2C7CC38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981"/>
            <a:ext cx="10515600" cy="82590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Industry Applications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15C1-2430-F944-DC3B-710809CC7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800" dirty="0"/>
              <a:t>1. Manufacturing</a:t>
            </a:r>
          </a:p>
          <a:p>
            <a:r>
              <a:rPr lang="en-US" sz="5800" dirty="0"/>
              <a:t>2. Healthcare</a:t>
            </a:r>
          </a:p>
          <a:p>
            <a:r>
              <a:rPr lang="en-US" sz="5800" dirty="0"/>
              <a:t>3. Service industries</a:t>
            </a:r>
          </a:p>
          <a:p>
            <a:r>
              <a:rPr lang="en-US" sz="5800" dirty="0"/>
              <a:t>4. Technology and software</a:t>
            </a:r>
          </a:p>
          <a:p>
            <a:r>
              <a:rPr lang="en-US" sz="5800" dirty="0"/>
              <a:t>5. Government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8348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9D9B-D648-EBE8-F9D0-02C58548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8141"/>
          </a:xfrm>
        </p:spPr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Notable Resources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9D75D-7DE3-A860-8AAF-5D320157E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1. Deming's book "Out of the Crisis" (1982)</a:t>
            </a:r>
          </a:p>
          <a:p>
            <a:r>
              <a:rPr lang="en-US" sz="4800" dirty="0"/>
              <a:t>2. Deming Institute</a:t>
            </a:r>
          </a:p>
          <a:p>
            <a:r>
              <a:rPr lang="en-US" sz="4800" dirty="0"/>
              <a:t>3. American Society for Quality (ASQ)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4744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383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Edward Deming's 14 Points of Quality</vt:lpstr>
      <vt:lpstr>Edward Deming's 14 Points of Quality</vt:lpstr>
      <vt:lpstr>Key Principles</vt:lpstr>
      <vt:lpstr>Deming's Theories</vt:lpstr>
      <vt:lpstr>Impact:</vt:lpstr>
      <vt:lpstr>Industry Applications</vt:lpstr>
      <vt:lpstr>Notable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19</cp:revision>
  <dcterms:created xsi:type="dcterms:W3CDTF">2024-09-24T05:55:35Z</dcterms:created>
  <dcterms:modified xsi:type="dcterms:W3CDTF">2024-09-24T14:17:44Z</dcterms:modified>
</cp:coreProperties>
</file>