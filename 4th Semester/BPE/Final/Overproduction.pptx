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C608-DC0C-4735-978A-3C30DF284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0ACEE-5BA7-4789-8CD7-3F1B743A8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5959D-C306-460C-862D-27E0138C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D5B1E-ADF3-433E-9908-EDB6FB40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280D1-2302-4354-8027-0F8A166A2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45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D6DA-52CA-4F3D-8B25-B90AE383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37248-F62C-4A58-A6A3-96EDBC4F5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40214-3B6F-4EE0-A48D-5BA117CF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36904-00CC-468B-9A86-0FB438A5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F09DE-83D5-45FC-8FA5-084706DF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71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71DF-6058-449A-A512-982C604D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961ED-FB13-4822-8A57-D96F55671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5290B-A8E5-4C0A-AECE-EE2F34AF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A0A5A-325F-4DA2-9A9E-807BBEAC7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C2743-05E6-4BD2-8150-9AE0DBAB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8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13F9-38FF-42BC-ABF2-761D1B090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9BD8-D43B-4D36-BBE2-FBFF0B8F2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FF85F-48DF-466E-B7CD-BFB627D55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D5733-D0B8-4ABC-BE48-AB50E64A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A4873-985E-4883-A0A5-ECB59A262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90564-7CBD-4EE7-9D86-907ED3C7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16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8C517-EFAA-4388-8ACD-444275E7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63AEE-48F1-4913-833A-F3CB994AD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BEBDB-5960-4B02-AF42-F6B37ADA8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8605B-AD76-4452-8125-063BEAC04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E63DC-F4CC-4DDD-9A4A-C2A375E0D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E858C-AB4B-460E-875D-4AA471EE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A28FDB-B7DB-4B11-8798-199BCDB42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581721-F9D0-4E3D-BF62-1C9ECB08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BAE1-448A-4355-ABB2-215CAE5B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3E4DC-9009-4A17-89DD-21C1B72E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0EB41-1900-4B89-A8BE-CA127674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0CDC9-CC37-4D57-9A00-C9CB4815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7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B7F0B-A098-42F8-81C5-CB004043C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C883C-34F1-44C7-A09D-EC854F2C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C19BD-6E50-46C0-B0DF-C01BD62FC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0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5D1C-BF4D-4F40-9B37-EAEE2C92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7FABD-EF03-4716-A0A2-25FEAB7B2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0B7FF-A575-421A-A2DF-91F161D48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9A56D-FFFB-4A8E-812A-537D04C9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06AB7-0A17-4D83-910E-DE85ECE7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16271-B97B-4980-ACB5-5F38E839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43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767A6-42C9-4FF0-94D8-86C62D18F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BD0DA-A5F3-4BB5-89D1-507136A4C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9B1E1-790D-4EF6-859E-744480212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6A5F4-C7F9-4956-A5E8-8B75ECA14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3F65F-DBE9-4FF3-B8B3-3DD03B8D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50531-55BD-4BC3-8B64-2056D020B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8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F4315-6A13-40B0-AC4C-6163C4F9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E0922-8438-42AB-949C-D62FCDB45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FA2E2-29D4-45F9-B35B-8CA211C1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0E81C-65C1-413F-A3BB-4909D2219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F4122-7BD4-45C4-B672-B16F905E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2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9061F-023B-41D0-A15E-789C79D8A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02F76-6B26-4920-BB9E-C2282DAAA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30E1-19F6-4839-8716-0DDF508F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C811A-470E-4C2B-A392-289B3CE2A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8AC13-BE3B-4326-BD35-CA636FE0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2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F6615-C9AD-4003-AC4B-5CC1D1CA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31909-8E35-46DB-8237-C1C7E4641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90C1-79EE-4526-8C19-82EFABCD9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1CDCF-4107-4E57-A67A-A93DDBDE35D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ADF41-F27D-4203-9C55-6918FD797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D0191-22EB-4787-9C42-160AE7E2A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17410-1CFC-4969-AAE6-9F896201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1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F476-5AF6-4EE9-B28C-CB8FADE75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280160"/>
          </a:xfrm>
        </p:spPr>
        <p:txBody>
          <a:bodyPr/>
          <a:lstStyle/>
          <a:p>
            <a:r>
              <a:rPr lang="en-US" dirty="0"/>
              <a:t>overproduction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89718-D769-4863-BF08-8D6E54AA7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31852"/>
            <a:ext cx="9144000" cy="512064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Overproduction is one of the eight wastes (MUDA) in Business Process Excellence (BPE) and Lean Manufacturing.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*Definition:*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Producing more products, services, or information than demanded by customers, resulting in excess inventory, waste, and unnecessary costs.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*Types of Overproduction:*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Quantitative Overproduction: Producing excess quantities.</a:t>
            </a:r>
          </a:p>
          <a:p>
            <a:r>
              <a:rPr lang="en-US" dirty="0"/>
              <a:t>2. Qualitative Overproduction: Producing products with unnecessary features or quality.</a:t>
            </a:r>
          </a:p>
          <a:p>
            <a:r>
              <a:rPr lang="en-US" dirty="0"/>
              <a:t>3. Temporal Overproduction: Producing products too early.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350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C5E6A-FFDF-43ED-9DA0-F413A1B0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52910-5E5B-4188-A4F3-073914F3B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Causes of Overproduction:*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Poor demand forecasting</a:t>
            </a:r>
          </a:p>
          <a:p>
            <a:r>
              <a:rPr lang="en-US" dirty="0"/>
              <a:t>2. Inaccurate sales projections</a:t>
            </a:r>
          </a:p>
          <a:p>
            <a:r>
              <a:rPr lang="en-US" dirty="0"/>
              <a:t>3. Insufficient production planning</a:t>
            </a:r>
          </a:p>
          <a:p>
            <a:r>
              <a:rPr lang="en-US" dirty="0"/>
              <a:t>4. Lack of standardization</a:t>
            </a:r>
          </a:p>
          <a:p>
            <a:r>
              <a:rPr lang="en-US" dirty="0"/>
              <a:t>5. Inefficient supply chain management</a:t>
            </a:r>
          </a:p>
          <a:p>
            <a:r>
              <a:rPr lang="en-US" dirty="0"/>
              <a:t>6. Overreliance on automation</a:t>
            </a:r>
          </a:p>
          <a:p>
            <a:r>
              <a:rPr lang="en-US" dirty="0"/>
              <a:t>7. Failure to adapt to changes in demand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6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7E85-182E-4D06-B439-B3150ADE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417D9-38CA-4BB3-B521-90D39BC81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Consequences of Overproduction:*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Excess inventory costs</a:t>
            </a:r>
          </a:p>
          <a:p>
            <a:r>
              <a:rPr lang="en-US" dirty="0"/>
              <a:t>2. Storage and maintenance costs</a:t>
            </a:r>
          </a:p>
          <a:p>
            <a:r>
              <a:rPr lang="en-US" dirty="0"/>
              <a:t>3. Obsolescence and waste</a:t>
            </a:r>
          </a:p>
          <a:p>
            <a:r>
              <a:rPr lang="en-US" dirty="0"/>
              <a:t>4. Reduced productivity</a:t>
            </a:r>
          </a:p>
          <a:p>
            <a:r>
              <a:rPr lang="en-US" dirty="0"/>
              <a:t>5. Increased lead times</a:t>
            </a:r>
          </a:p>
          <a:p>
            <a:r>
              <a:rPr lang="en-US" dirty="0"/>
              <a:t>6. Decreased customer satisfaction</a:t>
            </a:r>
          </a:p>
          <a:p>
            <a:r>
              <a:rPr lang="en-US" dirty="0"/>
              <a:t>7. Financial losses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46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600F-5C0F-4BD5-A8D7-65EF26C93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AE1DA-CF97-42E6-83A6-ADF8D2834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Symptoms of Overproduction:*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Excess inventory levels</a:t>
            </a:r>
          </a:p>
          <a:p>
            <a:r>
              <a:rPr lang="en-US" dirty="0"/>
              <a:t>2. Idle equipment and resources</a:t>
            </a:r>
          </a:p>
          <a:p>
            <a:r>
              <a:rPr lang="en-US" dirty="0"/>
              <a:t>3. Long lead times</a:t>
            </a:r>
          </a:p>
          <a:p>
            <a:r>
              <a:rPr lang="en-US" dirty="0"/>
              <a:t>4. High storage costs</a:t>
            </a:r>
          </a:p>
          <a:p>
            <a:r>
              <a:rPr lang="en-US" dirty="0"/>
              <a:t>5. Frequent inventory write-offs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757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1C67-9B3D-4F23-8EA1-9704A410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B7FF6-BB97-40E8-B760-623801F9A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Solutions to Overproduction:*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Implement Just-In-Time (JIT) production</a:t>
            </a:r>
          </a:p>
          <a:p>
            <a:r>
              <a:rPr lang="en-US" dirty="0"/>
              <a:t>2. Improve demand forecasting</a:t>
            </a:r>
          </a:p>
          <a:p>
            <a:r>
              <a:rPr lang="en-US" dirty="0"/>
              <a:t>3. Standardize production processes</a:t>
            </a:r>
          </a:p>
          <a:p>
            <a:r>
              <a:rPr lang="en-US" dirty="0"/>
              <a:t>4. Reduce batch sizes</a:t>
            </a:r>
          </a:p>
          <a:p>
            <a:r>
              <a:rPr lang="en-US" dirty="0"/>
              <a:t>5. Implement pull production</a:t>
            </a:r>
          </a:p>
          <a:p>
            <a:r>
              <a:rPr lang="en-US" dirty="0"/>
              <a:t>6. Increase flexibility and adaptability</a:t>
            </a:r>
          </a:p>
          <a:p>
            <a:r>
              <a:rPr lang="en-US" dirty="0"/>
              <a:t>7. Optimize supply chain management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896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0BDC-531B-4140-A234-9FEC9184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14C8-8C69-47F5-833B-D186C7AF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BPE Tools to Address Overproduction:*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Value Stream Mapping (VSM)</a:t>
            </a:r>
          </a:p>
          <a:p>
            <a:r>
              <a:rPr lang="en-US" dirty="0"/>
              <a:t>2. Root Cause Analysis (RCA)</a:t>
            </a:r>
          </a:p>
          <a:p>
            <a:r>
              <a:rPr lang="en-US" dirty="0"/>
              <a:t>3. Fishbone Diagrams</a:t>
            </a:r>
          </a:p>
          <a:p>
            <a:r>
              <a:rPr lang="en-US" dirty="0"/>
              <a:t>4. Pareto Analysis</a:t>
            </a:r>
          </a:p>
          <a:p>
            <a:r>
              <a:rPr lang="en-US" dirty="0"/>
              <a:t>5. Six Thinking Hats</a:t>
            </a:r>
          </a:p>
          <a:p>
            <a:r>
              <a:rPr lang="en-US" dirty="0"/>
              <a:t>6. Total Productive Maintenance (TPM)</a:t>
            </a:r>
          </a:p>
          <a:p>
            <a:r>
              <a:rPr lang="en-US" dirty="0"/>
              <a:t>7. Kanban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03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7176-E917-4A3B-ACF1-4FB1BAD2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0A487-88DD-4296-9EFC-09DE95C51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Best Practices:*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Produce to demand, not to capacity</a:t>
            </a:r>
          </a:p>
          <a:p>
            <a:r>
              <a:rPr lang="en-US" dirty="0"/>
              <a:t>2. Monitor and adjust production regularly</a:t>
            </a:r>
          </a:p>
          <a:p>
            <a:r>
              <a:rPr lang="en-US" dirty="0"/>
              <a:t>3. Implement continuous improvement</a:t>
            </a:r>
          </a:p>
          <a:p>
            <a:r>
              <a:rPr lang="en-US" dirty="0"/>
              <a:t>4. Engage employees in waste reduction</a:t>
            </a:r>
          </a:p>
          <a:p>
            <a:r>
              <a:rPr lang="en-US" dirty="0"/>
              <a:t>5. Focus on customer needs and expectations</a:t>
            </a:r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83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354</Words>
  <Application>Microsoft Office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overproduction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overproduction</dc:title>
  <dc:creator>user</dc:creator>
  <cp:lastModifiedBy>user</cp:lastModifiedBy>
  <cp:revision>7</cp:revision>
  <dcterms:created xsi:type="dcterms:W3CDTF">2024-12-01T14:31:34Z</dcterms:created>
  <dcterms:modified xsi:type="dcterms:W3CDTF">2024-12-01T14:36:43Z</dcterms:modified>
</cp:coreProperties>
</file>