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46AE1-C4F7-B61C-256C-B4CCC84B8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1F6D4-653C-C1A1-2F1B-891CF1E98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66B0-632F-9C51-26B3-9AB963B6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66F7C-0594-B765-D340-B242D9A6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EEB7E-FC80-8F72-C525-0AF0535B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8699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9E62-CC0C-FA55-E653-92B41294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70EE6-7D6D-32C6-08C3-1000E3C7C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E9F94-B652-2FD2-4146-34B3BB2C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67155-29B0-EA6B-A846-FC1BC5E8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AE362-A5A5-CB1C-45F3-396A7B25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08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989C-9A3A-CDFB-86B7-11137E54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BECA1-041E-3DF2-63EA-8D6E6418E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B0E8D-767C-92D3-795A-09F41F47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110EA-9AB3-C3EE-9EAA-40D1052CF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83F7D-5E7E-FDA9-A82A-5D2338C9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47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FC93-4367-6CBC-E7C4-E4BF13661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634E8-14F2-EB26-753A-B95745058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0C678-60F4-1B64-D356-B37C40FA7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9F73B-DA35-0F7B-ABC0-674239B4D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89A0D-B1C9-D98F-08C3-E0F103BA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762AC-2C19-97A4-D0C5-564ECBE4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406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041C-FB15-449B-B47B-9E4568AD5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27D8A-4572-48DA-E2CA-D34D9BD2A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ED539-0214-3A9C-8329-1DA8683BD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578A2-D84D-EFAA-E733-868B02B48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680ED1-BEAC-FDE4-4BBD-6A8E271AF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9FF02-D0E0-D942-849D-021CD52AD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ECEF6C-1BBE-51BB-CD34-7FB0B792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F2F79-6214-439D-F790-12795197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3188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8F25-CC5F-C59B-8C6F-A7898D74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7F99B-7D66-BE3F-9662-9D6695F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CD5F6-B8BE-ED35-2362-25B3FCB3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EF549-D1D8-61C9-A8CB-88430ADD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484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DF6A4-726A-7F62-2145-902E324E1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0CDDE-C63E-417E-99A2-E2A09615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393B1-0C3C-76E4-D42F-080A6AB4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5062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2337-28A1-4A74-33B7-1FFBC32A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D18D1-EFAB-D4F5-D20F-B10EC8120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B5F3A-337A-1E0F-A90C-6CDB5D813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264E8-366C-7D7A-11F7-4DA56672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C0F52-C132-61F0-6381-1435D93A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20433-CA12-3600-95B5-40F0B480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8724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AB14-977A-E1BC-5D0A-000025AD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98914-E24C-3EFE-34A2-51BF0E02F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8E032-A214-1809-FD84-D9134B7CE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17C8A-9BD9-C5D2-5358-7327F492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2D59F-8B59-4A97-DFBB-E82FAD52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0D35D-D373-AB09-7875-564BA71E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2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969D-ED25-643C-61BA-E1B71EE6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A6A6A-DDD5-0443-8C73-33288B718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5AE4B-909F-64D3-7CCD-0D1E321A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4CF9E-284A-2D99-7C40-507A4BC3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CEFA6-FDD1-5EF5-9633-A8DCD9F7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0137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90FA0-C06A-1E30-DFB3-CBD87F1DC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5F3D56-2AAF-900F-6279-153319D93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16C9-4B19-3BDC-819F-A55C63C2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F025E-0090-42A3-D447-C4A4632A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DAA72-9DBB-DD39-BD87-33CB521D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142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89F35-8527-A5B6-A554-05C75174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35A94-157B-38EE-28F6-DFF751C8E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E319-DE00-3EDA-C196-4B62E3F63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CBAFA-C6FA-44CE-AF33-39512813224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A5FEB-14E9-6E41-E305-0D242C1DC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ACF7A-4596-FB2D-293A-B64AA523E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B4C7D-618B-4AF8-AFDF-51670D0FB8A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8081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1C6B-749C-E679-C118-CF34995F5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002890"/>
          </a:xfrm>
        </p:spPr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Kaizen Events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595BA-671C-9066-74C2-9967A2D93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35626"/>
            <a:ext cx="12192000" cy="5722373"/>
          </a:xfrm>
        </p:spPr>
        <p:txBody>
          <a:bodyPr>
            <a:normAutofit fontScale="85000" lnSpcReduction="20000"/>
          </a:bodyPr>
          <a:lstStyle/>
          <a:p>
            <a:r>
              <a:rPr lang="en-US" sz="5200" dirty="0"/>
              <a:t>Kaizen Events are structured activities aimed at improving processes, reducing waste, and enhancing efficiency. Here's an overview:</a:t>
            </a:r>
          </a:p>
          <a:p>
            <a:endParaRPr lang="en-US" sz="5200" b="1"/>
          </a:p>
          <a:p>
            <a:r>
              <a:rPr lang="en-US" sz="5200" b="1"/>
              <a:t>Definition</a:t>
            </a:r>
            <a:endParaRPr lang="en-US" sz="5200" dirty="0"/>
          </a:p>
          <a:p>
            <a:r>
              <a:rPr lang="en-US" sz="5200" dirty="0"/>
              <a:t>Kaizen Events, also known as Kaizen Blitz or Rapid Improvement Events, are focused initiatives bringing together cross-functional teams to solve specific problems or improve processes.</a:t>
            </a:r>
          </a:p>
          <a:p>
            <a:br>
              <a:rPr lang="en-US" sz="2800" dirty="0"/>
            </a:b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648891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1B42-7449-8179-D52E-B49D3FD9B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Objectives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F0263-CAD7-E38B-0516-35A8522BA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330"/>
            <a:ext cx="12192000" cy="5294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1. Improve efficiency and productivity</a:t>
            </a:r>
          </a:p>
          <a:p>
            <a:pPr marL="0" indent="0">
              <a:buNone/>
            </a:pPr>
            <a:r>
              <a:rPr lang="en-US" sz="5400" dirty="0"/>
              <a:t>2. Reduce waste and defects</a:t>
            </a:r>
          </a:p>
          <a:p>
            <a:pPr marL="0" indent="0">
              <a:buNone/>
            </a:pPr>
            <a:r>
              <a:rPr lang="en-US" sz="5400" dirty="0"/>
              <a:t>3. Enhance customer satisfaction</a:t>
            </a:r>
          </a:p>
          <a:p>
            <a:pPr marL="0" indent="0">
              <a:buNone/>
            </a:pPr>
            <a:r>
              <a:rPr lang="en-US" sz="5400" dirty="0"/>
              <a:t>4. Foster teamwork and collaboration</a:t>
            </a:r>
          </a:p>
          <a:p>
            <a:pPr marL="0" indent="0">
              <a:buNone/>
            </a:pPr>
            <a:r>
              <a:rPr lang="en-US" sz="5400" dirty="0"/>
              <a:t>5. Develop problem-solving skills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81365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48E4-2E89-5A4F-CD9D-E8934DAD4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736"/>
            <a:ext cx="10515600" cy="958646"/>
          </a:xfrm>
        </p:spPr>
        <p:txBody>
          <a:bodyPr>
            <a:normAutofit/>
          </a:bodyPr>
          <a:lstStyle/>
          <a:p>
            <a:pPr algn="ctr"/>
            <a:r>
              <a:rPr lang="en-US" sz="6000" b="0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Types of Kaizen Events</a:t>
            </a:r>
            <a:endParaRPr lang="en-PK" sz="60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D2ABD-DB49-BBB5-6D5C-68FBB41D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Process Improvement</a:t>
            </a:r>
          </a:p>
          <a:p>
            <a:pPr algn="l"/>
            <a:r>
              <a:rPr lang="en-US" sz="5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Quality Improvement</a:t>
            </a:r>
          </a:p>
          <a:p>
            <a:pPr algn="l"/>
            <a:r>
              <a:rPr lang="en-US" sz="5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Cost Reduction</a:t>
            </a:r>
          </a:p>
          <a:p>
            <a:pPr algn="l"/>
            <a:r>
              <a:rPr lang="en-US" sz="5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Safety Improvement</a:t>
            </a:r>
          </a:p>
          <a:p>
            <a:pPr algn="l"/>
            <a:r>
              <a:rPr lang="en-US" sz="5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Productivity Enhancement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8367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723F-78D5-D674-85D3-C65DF9E2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914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Kaizen Event Structure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90995-1811-CAB8-0869-B65829EE0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1381"/>
            <a:ext cx="12192000" cy="5766618"/>
          </a:xfrm>
        </p:spPr>
        <p:txBody>
          <a:bodyPr>
            <a:normAutofit fontScale="47500" lnSpcReduction="20000"/>
          </a:bodyPr>
          <a:lstStyle/>
          <a:p>
            <a:endParaRPr lang="en-US" sz="5100" dirty="0"/>
          </a:p>
          <a:p>
            <a:pPr marL="0" indent="0">
              <a:buNone/>
            </a:pPr>
            <a:r>
              <a:rPr lang="en-US" sz="5100" dirty="0"/>
              <a:t>1. Preparation (1-2 weeks)</a:t>
            </a:r>
          </a:p>
          <a:p>
            <a:pPr marL="0" indent="0">
              <a:buNone/>
            </a:pPr>
            <a:r>
              <a:rPr lang="en-US" sz="5100" dirty="0"/>
              <a:t>    - Define objectives</a:t>
            </a:r>
          </a:p>
          <a:p>
            <a:pPr marL="0" indent="0">
              <a:buNone/>
            </a:pPr>
            <a:r>
              <a:rPr lang="en-US" sz="5100" dirty="0"/>
              <a:t>    - Identify team members</a:t>
            </a:r>
          </a:p>
          <a:p>
            <a:pPr marL="0" indent="0">
              <a:buNone/>
            </a:pPr>
            <a:r>
              <a:rPr lang="en-US" sz="5100" dirty="0"/>
              <a:t>    - Gather data</a:t>
            </a:r>
          </a:p>
          <a:p>
            <a:pPr marL="0" indent="0">
              <a:buNone/>
            </a:pPr>
            <a:r>
              <a:rPr lang="en-US" sz="5100" dirty="0"/>
              <a:t>2. Event (2-5 days)</a:t>
            </a:r>
          </a:p>
          <a:p>
            <a:pPr marL="0" indent="0">
              <a:buNone/>
            </a:pPr>
            <a:r>
              <a:rPr lang="en-US" sz="5100" dirty="0"/>
              <a:t>    - Introduction and training</a:t>
            </a:r>
          </a:p>
          <a:p>
            <a:pPr marL="0" indent="0">
              <a:buNone/>
            </a:pPr>
            <a:r>
              <a:rPr lang="en-US" sz="5100" dirty="0"/>
              <a:t>    - Problem definition and analysis</a:t>
            </a:r>
          </a:p>
          <a:p>
            <a:pPr marL="0" indent="0">
              <a:buNone/>
            </a:pPr>
            <a:r>
              <a:rPr lang="en-US" sz="5100" dirty="0"/>
              <a:t>    - Solution generation and implementation</a:t>
            </a:r>
          </a:p>
          <a:p>
            <a:pPr marL="0" indent="0">
              <a:buNone/>
            </a:pPr>
            <a:r>
              <a:rPr lang="en-US" sz="5100" dirty="0"/>
              <a:t>    - Action planning</a:t>
            </a:r>
          </a:p>
          <a:p>
            <a:pPr marL="0" indent="0">
              <a:buNone/>
            </a:pPr>
            <a:r>
              <a:rPr lang="en-US" sz="5100" dirty="0"/>
              <a:t>3. Follow-up (1-6 months)</a:t>
            </a:r>
          </a:p>
          <a:p>
            <a:pPr marL="0" indent="0">
              <a:buNone/>
            </a:pPr>
            <a:r>
              <a:rPr lang="en-US" sz="5100" dirty="0"/>
              <a:t>    - Monitor progress</a:t>
            </a:r>
          </a:p>
          <a:p>
            <a:pPr marL="0" indent="0">
              <a:buNone/>
            </a:pPr>
            <a:r>
              <a:rPr lang="en-US" sz="5100" dirty="0"/>
              <a:t>    - Evaluate results</a:t>
            </a:r>
          </a:p>
          <a:p>
            <a:pPr marL="0" indent="0">
              <a:buNone/>
            </a:pPr>
            <a:r>
              <a:rPr lang="en-US" sz="5100" dirty="0"/>
              <a:t>    - Sustain improvements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4757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82F6-0BBE-E3EF-E5F6-F5164A902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9138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Key Elements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EA2E4-1173-44C9-BC1C-C15B3266A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Cross-functional team</a:t>
            </a:r>
          </a:p>
          <a:p>
            <a:r>
              <a:rPr lang="en-US" sz="5800" dirty="0"/>
              <a:t>2. Data-driven decision-making</a:t>
            </a:r>
          </a:p>
          <a:p>
            <a:r>
              <a:rPr lang="en-US" sz="5800" dirty="0"/>
              <a:t>3. Root cause analysis</a:t>
            </a:r>
          </a:p>
          <a:p>
            <a:r>
              <a:rPr lang="en-US" sz="5800" dirty="0"/>
              <a:t>4. Creative problem-solving</a:t>
            </a:r>
          </a:p>
          <a:p>
            <a:r>
              <a:rPr lang="en-US" sz="5800" dirty="0"/>
              <a:t>5. Quick implementation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8821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8B8D-5642-90EB-68F0-5A942267B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233"/>
            <a:ext cx="10515600" cy="101763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Tools and Techniques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2A2C2-D9A4-CBD9-F329-1A1C5B009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800" dirty="0"/>
              <a:t>1. Value Stream Mapping</a:t>
            </a:r>
          </a:p>
          <a:p>
            <a:r>
              <a:rPr lang="en-US" sz="4800" dirty="0"/>
              <a:t>2. Fishbone Diagrams</a:t>
            </a:r>
          </a:p>
          <a:p>
            <a:r>
              <a:rPr lang="en-US" sz="4800" dirty="0"/>
              <a:t>3. Pareto Analysis</a:t>
            </a:r>
          </a:p>
          <a:p>
            <a:r>
              <a:rPr lang="en-US" sz="4800" dirty="0"/>
              <a:t>4. Brainstorming</a:t>
            </a:r>
          </a:p>
          <a:p>
            <a:r>
              <a:rPr lang="en-US" sz="4800" dirty="0"/>
              <a:t>5. PDCA (Plan-Do-Check-Act)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9241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349F-E1D2-5B8A-9D54-C7759F22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7638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Benefits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535F-A72A-DBC5-1973-389E148A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7639"/>
            <a:ext cx="12192000" cy="5840360"/>
          </a:xfrm>
        </p:spPr>
        <p:txBody>
          <a:bodyPr>
            <a:normAutofit lnSpcReduction="10000"/>
          </a:bodyPr>
          <a:lstStyle/>
          <a:p>
            <a:r>
              <a:rPr lang="en-US" sz="6000" dirty="0"/>
              <a:t>1. Improved efficiency and productivity</a:t>
            </a:r>
          </a:p>
          <a:p>
            <a:r>
              <a:rPr lang="en-US" sz="6000" dirty="0"/>
              <a:t>2. Enhanced teamwork and communication</a:t>
            </a:r>
          </a:p>
          <a:p>
            <a:r>
              <a:rPr lang="en-US" sz="6000" dirty="0"/>
              <a:t>3. Increased employee engagement</a:t>
            </a:r>
          </a:p>
          <a:p>
            <a:r>
              <a:rPr lang="en-US" sz="6000" dirty="0"/>
              <a:t>4. Reduced costs and waste</a:t>
            </a:r>
          </a:p>
          <a:p>
            <a:r>
              <a:rPr lang="en-US" sz="6000" dirty="0"/>
              <a:t>5. Improved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146422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5B62-4FC0-962B-ACDB-5934BACAE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1" cy="1825624"/>
          </a:xfrm>
        </p:spPr>
        <p:txBody>
          <a:bodyPr>
            <a:normAutofit/>
          </a:bodyPr>
          <a:lstStyle/>
          <a:p>
            <a:pPr algn="ctr"/>
            <a:r>
              <a:rPr lang="en-US" sz="6700" b="1" dirty="0">
                <a:highlight>
                  <a:srgbClr val="FFFF00"/>
                </a:highlight>
              </a:rPr>
              <a:t>Best Practices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75703-6DC0-FA1A-5519-C9FD97ACC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0100" dirty="0"/>
              <a:t>1. Align events with organizational goals</a:t>
            </a:r>
          </a:p>
          <a:p>
            <a:r>
              <a:rPr lang="en-US" sz="10100" dirty="0"/>
              <a:t>2. Involve stakeholders and sponsors</a:t>
            </a:r>
          </a:p>
          <a:p>
            <a:r>
              <a:rPr lang="en-US" sz="10100" dirty="0"/>
              <a:t>3. Provide training and resources</a:t>
            </a:r>
          </a:p>
          <a:p>
            <a:r>
              <a:rPr lang="en-US" sz="10100" dirty="0"/>
              <a:t>4. Focus on sustainable improvements</a:t>
            </a:r>
          </a:p>
          <a:p>
            <a:r>
              <a:rPr lang="en-US" sz="10100" dirty="0"/>
              <a:t>5. Celebrate successes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8987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4065-B99E-6D37-5254-06893A57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7171"/>
          </a:xfrm>
        </p:spPr>
        <p:txBody>
          <a:bodyPr/>
          <a:lstStyle/>
          <a:p>
            <a:pPr algn="ctr"/>
            <a:r>
              <a:rPr kumimoji="0" lang="en-PK" altLang="en-PK" sz="4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Software Tools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479A8E-E58E-74EB-2F1E-7290B7C26F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114675" y="3818414"/>
          <a:ext cx="5962650" cy="36576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1838855342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98483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endParaRPr lang="en-PK">
                        <a:effectLst/>
                      </a:endParaRPr>
                    </a:p>
                  </a:txBody>
                  <a:tcPr marL="152400" marR="152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"/>
                        </a:rPr>
                        <a:t>ReplyForward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01765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90D1B54-E38F-FB57-3335-CD3107D3F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213" y="940227"/>
            <a:ext cx="11852787" cy="57554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Kaizen software (e.g., </a:t>
            </a:r>
            <a:r>
              <a:rPr kumimoji="0" lang="en-PK" altLang="en-PK" sz="3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KaiNexus</a:t>
            </a: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Project management tools (e.g., Asana, Trello)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Collaboration platforms (e.g., Slack, Microsoft Teams)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Case Study Example</a:t>
            </a: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Company X reduced production time by 30% and defects by 25% through a Kaizen Event focused on streamlining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manufacturing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DFF082-0FD1-7AA6-A32A-246CFF2C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6789738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328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362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Office Theme</vt:lpstr>
      <vt:lpstr>Kaizen Events</vt:lpstr>
      <vt:lpstr>Objectives</vt:lpstr>
      <vt:lpstr>Types of Kaizen Events</vt:lpstr>
      <vt:lpstr>Kaizen Event Structure</vt:lpstr>
      <vt:lpstr>Key Elements</vt:lpstr>
      <vt:lpstr>Tools and Techniques</vt:lpstr>
      <vt:lpstr>Benefits</vt:lpstr>
      <vt:lpstr>Best Practices </vt:lpstr>
      <vt:lpstr>Software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23</cp:revision>
  <dcterms:created xsi:type="dcterms:W3CDTF">2024-09-22T13:42:32Z</dcterms:created>
  <dcterms:modified xsi:type="dcterms:W3CDTF">2024-09-28T07:20:44Z</dcterms:modified>
</cp:coreProperties>
</file>