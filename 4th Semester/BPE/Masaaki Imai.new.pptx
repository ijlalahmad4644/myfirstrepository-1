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917FBF-67BD-4482-965A-EB7E2796A386}" type="doc">
      <dgm:prSet loTypeId="urn:microsoft.com/office/officeart/2005/8/layout/chevron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DF64AD78-72A6-4761-9E1D-187B607A536B}">
      <dgm:prSet phldrT="[Text]"/>
      <dgm:spPr/>
      <dgm:t>
        <a:bodyPr/>
        <a:lstStyle/>
        <a:p>
          <a:r>
            <a:rPr lang="en-US" dirty="0"/>
            <a:t>1</a:t>
          </a:r>
          <a:endParaRPr lang="en-PK" dirty="0"/>
        </a:p>
      </dgm:t>
    </dgm:pt>
    <dgm:pt modelId="{64915E60-9DA2-43D1-AB16-FF8E4B6C790B}" type="parTrans" cxnId="{5FF99EF9-2BC3-48F5-9B8B-0F3FBC75F204}">
      <dgm:prSet/>
      <dgm:spPr/>
      <dgm:t>
        <a:bodyPr/>
        <a:lstStyle/>
        <a:p>
          <a:endParaRPr lang="en-PK"/>
        </a:p>
      </dgm:t>
    </dgm:pt>
    <dgm:pt modelId="{454E9EF9-2BB4-455A-8E04-2581CBCA09AC}" type="sibTrans" cxnId="{5FF99EF9-2BC3-48F5-9B8B-0F3FBC75F204}">
      <dgm:prSet/>
      <dgm:spPr/>
      <dgm:t>
        <a:bodyPr/>
        <a:lstStyle/>
        <a:p>
          <a:endParaRPr lang="en-PK"/>
        </a:p>
      </dgm:t>
    </dgm:pt>
    <dgm:pt modelId="{95331FB0-E451-4684-8DAE-60F165D9AF19}">
      <dgm:prSet phldrT="[Text]" custT="1"/>
      <dgm:spPr/>
      <dgm:t>
        <a:bodyPr/>
        <a:lstStyle/>
        <a:p>
          <a:pPr>
            <a:buNone/>
          </a:pPr>
          <a:r>
            <a:rPr lang="en-US" sz="1600" b="1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Leadership Support</a:t>
          </a:r>
          <a:endParaRPr lang="en-PK" sz="1400" dirty="0"/>
        </a:p>
      </dgm:t>
    </dgm:pt>
    <dgm:pt modelId="{FC193187-90C4-42D4-A312-D37C1EE94741}" type="parTrans" cxnId="{51495078-D9AD-49B6-96B5-02837DE47EEA}">
      <dgm:prSet/>
      <dgm:spPr/>
      <dgm:t>
        <a:bodyPr/>
        <a:lstStyle/>
        <a:p>
          <a:endParaRPr lang="en-PK"/>
        </a:p>
      </dgm:t>
    </dgm:pt>
    <dgm:pt modelId="{1CC428F8-CA25-46F3-B017-B7FF719F17BE}" type="sibTrans" cxnId="{51495078-D9AD-49B6-96B5-02837DE47EEA}">
      <dgm:prSet/>
      <dgm:spPr/>
      <dgm:t>
        <a:bodyPr/>
        <a:lstStyle/>
        <a:p>
          <a:endParaRPr lang="en-PK"/>
        </a:p>
      </dgm:t>
    </dgm:pt>
    <dgm:pt modelId="{28A3BE73-D218-4A07-98F5-528999C68E58}">
      <dgm:prSet phldrT="[Text]"/>
      <dgm:spPr/>
      <dgm:t>
        <a:bodyPr/>
        <a:lstStyle/>
        <a:p>
          <a:r>
            <a:rPr lang="en-US" dirty="0"/>
            <a:t>2</a:t>
          </a:r>
          <a:endParaRPr lang="en-PK" dirty="0"/>
        </a:p>
      </dgm:t>
    </dgm:pt>
    <dgm:pt modelId="{876E8982-9857-4600-A654-F0CAC153F726}" type="parTrans" cxnId="{4E2FEA3E-14AA-463F-A10D-C99F40731842}">
      <dgm:prSet/>
      <dgm:spPr/>
      <dgm:t>
        <a:bodyPr/>
        <a:lstStyle/>
        <a:p>
          <a:endParaRPr lang="en-PK"/>
        </a:p>
      </dgm:t>
    </dgm:pt>
    <dgm:pt modelId="{D6F0BD11-FE3F-4B15-B58B-BBD7791EDAFD}" type="sibTrans" cxnId="{4E2FEA3E-14AA-463F-A10D-C99F40731842}">
      <dgm:prSet/>
      <dgm:spPr/>
      <dgm:t>
        <a:bodyPr/>
        <a:lstStyle/>
        <a:p>
          <a:endParaRPr lang="en-PK"/>
        </a:p>
      </dgm:t>
    </dgm:pt>
    <dgm:pt modelId="{F0ED2A7B-5E26-407C-883A-F47541C57186}">
      <dgm:prSet phldrT="[Text]" custT="1"/>
      <dgm:spPr/>
      <dgm:t>
        <a:bodyPr/>
        <a:lstStyle/>
        <a:p>
          <a:pPr>
            <a:buNone/>
          </a:pPr>
          <a:r>
            <a:rPr lang="en-US" sz="1600" b="1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Training and Education</a:t>
          </a:r>
          <a:endParaRPr lang="en-PK" sz="1600" dirty="0"/>
        </a:p>
      </dgm:t>
    </dgm:pt>
    <dgm:pt modelId="{F6048113-E2E4-4784-BF57-D6E162F063F6}" type="parTrans" cxnId="{AEEE4BB6-4AF8-471A-8425-078BBCFF1947}">
      <dgm:prSet/>
      <dgm:spPr/>
      <dgm:t>
        <a:bodyPr/>
        <a:lstStyle/>
        <a:p>
          <a:endParaRPr lang="en-PK"/>
        </a:p>
      </dgm:t>
    </dgm:pt>
    <dgm:pt modelId="{036F635A-C000-4F42-84CF-514916C3786A}" type="sibTrans" cxnId="{AEEE4BB6-4AF8-471A-8425-078BBCFF1947}">
      <dgm:prSet/>
      <dgm:spPr/>
      <dgm:t>
        <a:bodyPr/>
        <a:lstStyle/>
        <a:p>
          <a:endParaRPr lang="en-PK"/>
        </a:p>
      </dgm:t>
    </dgm:pt>
    <dgm:pt modelId="{BD5959A4-C162-4EB2-9F6E-245644611453}">
      <dgm:prSet phldrT="[Text]"/>
      <dgm:spPr/>
      <dgm:t>
        <a:bodyPr/>
        <a:lstStyle/>
        <a:p>
          <a:r>
            <a:rPr lang="en-US" dirty="0"/>
            <a:t>3</a:t>
          </a:r>
          <a:endParaRPr lang="en-PK" dirty="0"/>
        </a:p>
      </dgm:t>
    </dgm:pt>
    <dgm:pt modelId="{E7A151FD-0B76-4FF4-A32A-1F11106EB60E}" type="parTrans" cxnId="{9BAFD22E-CF7B-4D23-9A8C-C8B206F35B27}">
      <dgm:prSet/>
      <dgm:spPr/>
      <dgm:t>
        <a:bodyPr/>
        <a:lstStyle/>
        <a:p>
          <a:endParaRPr lang="en-PK"/>
        </a:p>
      </dgm:t>
    </dgm:pt>
    <dgm:pt modelId="{3CCAF2E0-0334-4098-944F-7C0323E6265C}" type="sibTrans" cxnId="{9BAFD22E-CF7B-4D23-9A8C-C8B206F35B27}">
      <dgm:prSet/>
      <dgm:spPr/>
      <dgm:t>
        <a:bodyPr/>
        <a:lstStyle/>
        <a:p>
          <a:endParaRPr lang="en-PK"/>
        </a:p>
      </dgm:t>
    </dgm:pt>
    <dgm:pt modelId="{991B6070-E00B-497B-9BE8-0106581779CC}">
      <dgm:prSet phldrT="[Text]" custT="1"/>
      <dgm:spPr/>
      <dgm:t>
        <a:bodyPr/>
        <a:lstStyle/>
        <a:p>
          <a:pPr>
            <a:buNone/>
          </a:pPr>
          <a:r>
            <a:rPr lang="en-US" sz="1600" b="1" spc="-50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Implementation and Evaluation</a:t>
          </a:r>
          <a:endParaRPr lang="en-PK" sz="1600" dirty="0"/>
        </a:p>
      </dgm:t>
    </dgm:pt>
    <dgm:pt modelId="{C1335F15-E712-443A-B598-B40D8799F33C}" type="parTrans" cxnId="{FAB29E24-B0E8-4927-A8AC-0BAF5C13F331}">
      <dgm:prSet/>
      <dgm:spPr/>
      <dgm:t>
        <a:bodyPr/>
        <a:lstStyle/>
        <a:p>
          <a:endParaRPr lang="en-PK"/>
        </a:p>
      </dgm:t>
    </dgm:pt>
    <dgm:pt modelId="{D1434B62-1416-4DF1-AE17-C740D312AF21}" type="sibTrans" cxnId="{FAB29E24-B0E8-4927-A8AC-0BAF5C13F331}">
      <dgm:prSet/>
      <dgm:spPr/>
      <dgm:t>
        <a:bodyPr/>
        <a:lstStyle/>
        <a:p>
          <a:endParaRPr lang="en-PK"/>
        </a:p>
      </dgm:t>
    </dgm:pt>
    <dgm:pt modelId="{E70E6AB3-EEAD-4483-878F-1F2A690E4BF7}">
      <dgm:prSet phldrT="[Text]"/>
      <dgm:spPr/>
      <dgm:t>
        <a:bodyPr/>
        <a:lstStyle/>
        <a:p>
          <a:r>
            <a:rPr lang="en-US" dirty="0"/>
            <a:t>5</a:t>
          </a:r>
          <a:endParaRPr lang="en-PK" dirty="0"/>
        </a:p>
      </dgm:t>
    </dgm:pt>
    <dgm:pt modelId="{AADD4C20-40B9-4116-83B2-426330969427}" type="parTrans" cxnId="{23CEC2EF-2F4E-4003-B6DD-B914FA249AE6}">
      <dgm:prSet/>
      <dgm:spPr/>
      <dgm:t>
        <a:bodyPr/>
        <a:lstStyle/>
        <a:p>
          <a:endParaRPr lang="en-PK"/>
        </a:p>
      </dgm:t>
    </dgm:pt>
    <dgm:pt modelId="{E3FB606A-0C22-4977-B993-753939E1647C}" type="sibTrans" cxnId="{23CEC2EF-2F4E-4003-B6DD-B914FA249AE6}">
      <dgm:prSet/>
      <dgm:spPr/>
      <dgm:t>
        <a:bodyPr/>
        <a:lstStyle/>
        <a:p>
          <a:endParaRPr lang="en-PK"/>
        </a:p>
      </dgm:t>
    </dgm:pt>
    <dgm:pt modelId="{FA2081AA-F394-4CE6-A91B-72B35B0D2448}">
      <dgm:prSet phldrT="[Text]"/>
      <dgm:spPr/>
      <dgm:t>
        <a:bodyPr/>
        <a:lstStyle/>
        <a:p>
          <a:r>
            <a:rPr lang="en-US" dirty="0"/>
            <a:t>4</a:t>
          </a:r>
          <a:endParaRPr lang="en-PK" dirty="0"/>
        </a:p>
      </dgm:t>
    </dgm:pt>
    <dgm:pt modelId="{B83E1973-F154-4244-974F-F04953FEE070}" type="parTrans" cxnId="{C6FF3E93-FE3E-460B-821E-578BE4DC071B}">
      <dgm:prSet/>
      <dgm:spPr/>
      <dgm:t>
        <a:bodyPr/>
        <a:lstStyle/>
        <a:p>
          <a:endParaRPr lang="en-PK"/>
        </a:p>
      </dgm:t>
    </dgm:pt>
    <dgm:pt modelId="{E2431B3F-A955-4EEB-B41D-F287EAD3D7BA}" type="sibTrans" cxnId="{C6FF3E93-FE3E-460B-821E-578BE4DC071B}">
      <dgm:prSet/>
      <dgm:spPr/>
      <dgm:t>
        <a:bodyPr/>
        <a:lstStyle/>
        <a:p>
          <a:endParaRPr lang="en-PK"/>
        </a:p>
      </dgm:t>
    </dgm:pt>
    <dgm:pt modelId="{0895EC73-0A4E-49C9-A523-ED818B02BC54}">
      <dgm:prSet custT="1"/>
      <dgm:spPr/>
      <dgm:t>
        <a:bodyPr/>
        <a:lstStyle/>
        <a:p>
          <a:pPr>
            <a:buNone/>
          </a:pPr>
          <a:r>
            <a:rPr lang="en-US" sz="1600" b="1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Team Formation</a:t>
          </a:r>
          <a:endParaRPr lang="en-PK" sz="1600" dirty="0"/>
        </a:p>
      </dgm:t>
    </dgm:pt>
    <dgm:pt modelId="{02537D9E-7D63-4CAE-B63B-72BAC3D07E6E}" type="parTrans" cxnId="{A2ADA741-0CEA-4C12-A64E-5409D854E6B6}">
      <dgm:prSet/>
      <dgm:spPr/>
      <dgm:t>
        <a:bodyPr/>
        <a:lstStyle/>
        <a:p>
          <a:endParaRPr lang="en-PK"/>
        </a:p>
      </dgm:t>
    </dgm:pt>
    <dgm:pt modelId="{49FE783B-F126-4E48-8F10-A0D62FD7A981}" type="sibTrans" cxnId="{A2ADA741-0CEA-4C12-A64E-5409D854E6B6}">
      <dgm:prSet/>
      <dgm:spPr/>
      <dgm:t>
        <a:bodyPr/>
        <a:lstStyle/>
        <a:p>
          <a:endParaRPr lang="en-PK"/>
        </a:p>
      </dgm:t>
    </dgm:pt>
    <dgm:pt modelId="{E9FD8AB3-2BA5-4148-A10D-8EDB01616940}">
      <dgm:prSet custT="1"/>
      <dgm:spPr/>
      <dgm:t>
        <a:bodyPr/>
        <a:lstStyle/>
        <a:p>
          <a:endParaRPr lang="en-PK" sz="1600" dirty="0"/>
        </a:p>
      </dgm:t>
    </dgm:pt>
    <dgm:pt modelId="{160AA37A-CB11-4400-9008-125BEBBE3BEC}" type="parTrans" cxnId="{FFB9133E-D6A2-4A49-983B-81E7D271CCC0}">
      <dgm:prSet/>
      <dgm:spPr/>
      <dgm:t>
        <a:bodyPr/>
        <a:lstStyle/>
        <a:p>
          <a:endParaRPr lang="en-PK"/>
        </a:p>
      </dgm:t>
    </dgm:pt>
    <dgm:pt modelId="{7CA4C060-60F5-4EED-8348-581A94BE2F0A}" type="sibTrans" cxnId="{FFB9133E-D6A2-4A49-983B-81E7D271CCC0}">
      <dgm:prSet/>
      <dgm:spPr/>
      <dgm:t>
        <a:bodyPr/>
        <a:lstStyle/>
        <a:p>
          <a:endParaRPr lang="en-PK"/>
        </a:p>
      </dgm:t>
    </dgm:pt>
    <dgm:pt modelId="{513E46A2-0507-4945-99EF-DB7449C9D63D}">
      <dgm:prSet custT="1"/>
      <dgm:spPr/>
      <dgm:t>
        <a:bodyPr/>
        <a:lstStyle/>
        <a:p>
          <a:pPr>
            <a:buNone/>
          </a:pPr>
          <a:r>
            <a:rPr lang="en-US" sz="1600" b="1" spc="-50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Problem Identification and Solution Development</a:t>
          </a:r>
          <a:endParaRPr lang="en-PK" sz="1600" dirty="0"/>
        </a:p>
      </dgm:t>
    </dgm:pt>
    <dgm:pt modelId="{C5F0538C-9E6F-4870-8B86-401E0806DD5B}" type="parTrans" cxnId="{85DDCE23-38B9-4A56-A006-5EF59E84D2C4}">
      <dgm:prSet/>
      <dgm:spPr/>
      <dgm:t>
        <a:bodyPr/>
        <a:lstStyle/>
        <a:p>
          <a:endParaRPr lang="en-PK"/>
        </a:p>
      </dgm:t>
    </dgm:pt>
    <dgm:pt modelId="{64BFEDA2-D7E4-4352-8586-2E41571E2D44}" type="sibTrans" cxnId="{85DDCE23-38B9-4A56-A006-5EF59E84D2C4}">
      <dgm:prSet/>
      <dgm:spPr/>
      <dgm:t>
        <a:bodyPr/>
        <a:lstStyle/>
        <a:p>
          <a:endParaRPr lang="en-PK"/>
        </a:p>
      </dgm:t>
    </dgm:pt>
    <dgm:pt modelId="{7939C8F4-C68C-4FC1-B023-99AF2DBF4126}">
      <dgm:prSet custT="1"/>
      <dgm:spPr/>
      <dgm:t>
        <a:bodyPr/>
        <a:lstStyle/>
        <a:p>
          <a:pPr>
            <a:buNone/>
          </a:pPr>
          <a:endParaRPr lang="en-PK" sz="1600" dirty="0"/>
        </a:p>
      </dgm:t>
    </dgm:pt>
    <dgm:pt modelId="{1834592A-EA7E-49EA-B83E-0FEADFCAC03D}" type="parTrans" cxnId="{C5E44AF6-27F4-4E62-8391-756E1A33E444}">
      <dgm:prSet/>
      <dgm:spPr/>
      <dgm:t>
        <a:bodyPr/>
        <a:lstStyle/>
        <a:p>
          <a:endParaRPr lang="en-PK"/>
        </a:p>
      </dgm:t>
    </dgm:pt>
    <dgm:pt modelId="{C4F9CC39-844F-405B-95CE-A020F70F98EA}" type="sibTrans" cxnId="{C5E44AF6-27F4-4E62-8391-756E1A33E444}">
      <dgm:prSet/>
      <dgm:spPr/>
      <dgm:t>
        <a:bodyPr/>
        <a:lstStyle/>
        <a:p>
          <a:endParaRPr lang="en-PK"/>
        </a:p>
      </dgm:t>
    </dgm:pt>
    <dgm:pt modelId="{0B6B98F3-4AE5-49D4-A535-0F4A1CB8ACCD}" type="pres">
      <dgm:prSet presAssocID="{41917FBF-67BD-4482-965A-EB7E2796A386}" presName="linearFlow" presStyleCnt="0">
        <dgm:presLayoutVars>
          <dgm:dir/>
          <dgm:animLvl val="lvl"/>
          <dgm:resizeHandles val="exact"/>
        </dgm:presLayoutVars>
      </dgm:prSet>
      <dgm:spPr/>
    </dgm:pt>
    <dgm:pt modelId="{EDDCDD04-EF49-4759-BC80-34E6066AF4B8}" type="pres">
      <dgm:prSet presAssocID="{DF64AD78-72A6-4761-9E1D-187B607A536B}" presName="composite" presStyleCnt="0"/>
      <dgm:spPr/>
    </dgm:pt>
    <dgm:pt modelId="{253D6E72-EBDA-4D91-AD50-1779BE348DAE}" type="pres">
      <dgm:prSet presAssocID="{DF64AD78-72A6-4761-9E1D-187B607A536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C7B7C095-CF54-4BA2-ADA2-5C5AA2A98FCC}" type="pres">
      <dgm:prSet presAssocID="{DF64AD78-72A6-4761-9E1D-187B607A536B}" presName="descendantText" presStyleLbl="alignAcc1" presStyleIdx="0" presStyleCnt="5" custLinFactNeighborX="0">
        <dgm:presLayoutVars>
          <dgm:bulletEnabled val="1"/>
        </dgm:presLayoutVars>
      </dgm:prSet>
      <dgm:spPr/>
    </dgm:pt>
    <dgm:pt modelId="{743E3601-1722-4E99-9F13-BBC6A1275228}" type="pres">
      <dgm:prSet presAssocID="{454E9EF9-2BB4-455A-8E04-2581CBCA09AC}" presName="sp" presStyleCnt="0"/>
      <dgm:spPr/>
    </dgm:pt>
    <dgm:pt modelId="{49B78944-387D-4E70-8C25-31258B328EBF}" type="pres">
      <dgm:prSet presAssocID="{28A3BE73-D218-4A07-98F5-528999C68E58}" presName="composite" presStyleCnt="0"/>
      <dgm:spPr/>
    </dgm:pt>
    <dgm:pt modelId="{86A271CA-11C2-486D-9833-FA4206B8C22F}" type="pres">
      <dgm:prSet presAssocID="{28A3BE73-D218-4A07-98F5-528999C68E58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8A6BDFE7-3F49-4487-8458-8D02BDE38DA6}" type="pres">
      <dgm:prSet presAssocID="{28A3BE73-D218-4A07-98F5-528999C68E58}" presName="descendantText" presStyleLbl="alignAcc1" presStyleIdx="1" presStyleCnt="5" custLinFactNeighborX="167" custLinFactNeighborY="12389">
        <dgm:presLayoutVars>
          <dgm:bulletEnabled val="1"/>
        </dgm:presLayoutVars>
      </dgm:prSet>
      <dgm:spPr/>
    </dgm:pt>
    <dgm:pt modelId="{50CB8E85-301D-4213-81E4-826DC6B87F67}" type="pres">
      <dgm:prSet presAssocID="{D6F0BD11-FE3F-4B15-B58B-BBD7791EDAFD}" presName="sp" presStyleCnt="0"/>
      <dgm:spPr/>
    </dgm:pt>
    <dgm:pt modelId="{B921D45F-CDBE-4E1E-987E-4DBB92201221}" type="pres">
      <dgm:prSet presAssocID="{BD5959A4-C162-4EB2-9F6E-245644611453}" presName="composite" presStyleCnt="0"/>
      <dgm:spPr/>
    </dgm:pt>
    <dgm:pt modelId="{294AADFE-2B2A-49F2-A4A4-0E1B0310AAC4}" type="pres">
      <dgm:prSet presAssocID="{BD5959A4-C162-4EB2-9F6E-24564461145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75594229-A93D-4AEB-95D3-6B5DA2BB60B8}" type="pres">
      <dgm:prSet presAssocID="{BD5959A4-C162-4EB2-9F6E-245644611453}" presName="descendantText" presStyleLbl="alignAcc1" presStyleIdx="2" presStyleCnt="5">
        <dgm:presLayoutVars>
          <dgm:bulletEnabled val="1"/>
        </dgm:presLayoutVars>
      </dgm:prSet>
      <dgm:spPr/>
    </dgm:pt>
    <dgm:pt modelId="{F4A9D998-E281-4E6B-A4BD-28FBAA2D74F0}" type="pres">
      <dgm:prSet presAssocID="{3CCAF2E0-0334-4098-944F-7C0323E6265C}" presName="sp" presStyleCnt="0"/>
      <dgm:spPr/>
    </dgm:pt>
    <dgm:pt modelId="{FC788620-E9AF-4DAC-A885-2318B10CD02E}" type="pres">
      <dgm:prSet presAssocID="{FA2081AA-F394-4CE6-A91B-72B35B0D2448}" presName="composite" presStyleCnt="0"/>
      <dgm:spPr/>
    </dgm:pt>
    <dgm:pt modelId="{1D0A17F0-1450-4D41-AB9C-9D5589E65966}" type="pres">
      <dgm:prSet presAssocID="{FA2081AA-F394-4CE6-A91B-72B35B0D2448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2F61B3F9-3363-4483-A19B-3B9B5CDFD164}" type="pres">
      <dgm:prSet presAssocID="{FA2081AA-F394-4CE6-A91B-72B35B0D2448}" presName="descendantText" presStyleLbl="alignAcc1" presStyleIdx="3" presStyleCnt="5">
        <dgm:presLayoutVars>
          <dgm:bulletEnabled val="1"/>
        </dgm:presLayoutVars>
      </dgm:prSet>
      <dgm:spPr/>
    </dgm:pt>
    <dgm:pt modelId="{27B643AA-AA9D-4844-9391-8FD52AA09B7A}" type="pres">
      <dgm:prSet presAssocID="{E2431B3F-A955-4EEB-B41D-F287EAD3D7BA}" presName="sp" presStyleCnt="0"/>
      <dgm:spPr/>
    </dgm:pt>
    <dgm:pt modelId="{3D836F27-714A-4D67-825C-08C9DE05D1D4}" type="pres">
      <dgm:prSet presAssocID="{E70E6AB3-EEAD-4483-878F-1F2A690E4BF7}" presName="composite" presStyleCnt="0"/>
      <dgm:spPr/>
    </dgm:pt>
    <dgm:pt modelId="{5234A433-0C88-4FE5-B6B8-A6AB267CC041}" type="pres">
      <dgm:prSet presAssocID="{E70E6AB3-EEAD-4483-878F-1F2A690E4BF7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22EBF558-224F-48E4-BA0F-7F589F4C3ABF}" type="pres">
      <dgm:prSet presAssocID="{E70E6AB3-EEAD-4483-878F-1F2A690E4BF7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42777A03-176A-499F-BED1-B465521D7BA0}" type="presOf" srcId="{F0ED2A7B-5E26-407C-883A-F47541C57186}" destId="{8A6BDFE7-3F49-4487-8458-8D02BDE38DA6}" srcOrd="0" destOrd="0" presId="urn:microsoft.com/office/officeart/2005/8/layout/chevron2"/>
    <dgm:cxn modelId="{9592610A-97FA-4C7F-892A-CBC2EC1E4FD5}" type="presOf" srcId="{41917FBF-67BD-4482-965A-EB7E2796A386}" destId="{0B6B98F3-4AE5-49D4-A535-0F4A1CB8ACCD}" srcOrd="0" destOrd="0" presId="urn:microsoft.com/office/officeart/2005/8/layout/chevron2"/>
    <dgm:cxn modelId="{05C4A90F-13B2-4026-AF9A-F0223DDD3F06}" type="presOf" srcId="{513E46A2-0507-4945-99EF-DB7449C9D63D}" destId="{2F61B3F9-3363-4483-A19B-3B9B5CDFD164}" srcOrd="0" destOrd="0" presId="urn:microsoft.com/office/officeart/2005/8/layout/chevron2"/>
    <dgm:cxn modelId="{D8CFB71A-ED58-4489-BDF2-7C2DC4D5DA81}" type="presOf" srcId="{FA2081AA-F394-4CE6-A91B-72B35B0D2448}" destId="{1D0A17F0-1450-4D41-AB9C-9D5589E65966}" srcOrd="0" destOrd="0" presId="urn:microsoft.com/office/officeart/2005/8/layout/chevron2"/>
    <dgm:cxn modelId="{85DDCE23-38B9-4A56-A006-5EF59E84D2C4}" srcId="{FA2081AA-F394-4CE6-A91B-72B35B0D2448}" destId="{513E46A2-0507-4945-99EF-DB7449C9D63D}" srcOrd="0" destOrd="0" parTransId="{C5F0538C-9E6F-4870-8B86-401E0806DD5B}" sibTransId="{64BFEDA2-D7E4-4352-8586-2E41571E2D44}"/>
    <dgm:cxn modelId="{FAB29E24-B0E8-4927-A8AC-0BAF5C13F331}" srcId="{E70E6AB3-EEAD-4483-878F-1F2A690E4BF7}" destId="{991B6070-E00B-497B-9BE8-0106581779CC}" srcOrd="0" destOrd="0" parTransId="{C1335F15-E712-443A-B598-B40D8799F33C}" sibTransId="{D1434B62-1416-4DF1-AE17-C740D312AF21}"/>
    <dgm:cxn modelId="{748ECF28-0721-4E33-B456-D10B4BAB8B8B}" type="presOf" srcId="{DF64AD78-72A6-4761-9E1D-187B607A536B}" destId="{253D6E72-EBDA-4D91-AD50-1779BE348DAE}" srcOrd="0" destOrd="0" presId="urn:microsoft.com/office/officeart/2005/8/layout/chevron2"/>
    <dgm:cxn modelId="{9BAFD22E-CF7B-4D23-9A8C-C8B206F35B27}" srcId="{41917FBF-67BD-4482-965A-EB7E2796A386}" destId="{BD5959A4-C162-4EB2-9F6E-245644611453}" srcOrd="2" destOrd="0" parTransId="{E7A151FD-0B76-4FF4-A32A-1F11106EB60E}" sibTransId="{3CCAF2E0-0334-4098-944F-7C0323E6265C}"/>
    <dgm:cxn modelId="{EF25E633-17D4-410A-BE84-517105699AA8}" type="presOf" srcId="{BD5959A4-C162-4EB2-9F6E-245644611453}" destId="{294AADFE-2B2A-49F2-A4A4-0E1B0310AAC4}" srcOrd="0" destOrd="0" presId="urn:microsoft.com/office/officeart/2005/8/layout/chevron2"/>
    <dgm:cxn modelId="{FFB9133E-D6A2-4A49-983B-81E7D271CCC0}" srcId="{BD5959A4-C162-4EB2-9F6E-245644611453}" destId="{E9FD8AB3-2BA5-4148-A10D-8EDB01616940}" srcOrd="2" destOrd="0" parTransId="{160AA37A-CB11-4400-9008-125BEBBE3BEC}" sibTransId="{7CA4C060-60F5-4EED-8348-581A94BE2F0A}"/>
    <dgm:cxn modelId="{4E2FEA3E-14AA-463F-A10D-C99F40731842}" srcId="{41917FBF-67BD-4482-965A-EB7E2796A386}" destId="{28A3BE73-D218-4A07-98F5-528999C68E58}" srcOrd="1" destOrd="0" parTransId="{876E8982-9857-4600-A654-F0CAC153F726}" sibTransId="{D6F0BD11-FE3F-4B15-B58B-BBD7791EDAFD}"/>
    <dgm:cxn modelId="{A2ADA741-0CEA-4C12-A64E-5409D854E6B6}" srcId="{BD5959A4-C162-4EB2-9F6E-245644611453}" destId="{0895EC73-0A4E-49C9-A523-ED818B02BC54}" srcOrd="1" destOrd="0" parTransId="{02537D9E-7D63-4CAE-B63B-72BAC3D07E6E}" sibTransId="{49FE783B-F126-4E48-8F10-A0D62FD7A981}"/>
    <dgm:cxn modelId="{66E09765-4563-464D-AADC-77B8E3B81997}" type="presOf" srcId="{7939C8F4-C68C-4FC1-B023-99AF2DBF4126}" destId="{75594229-A93D-4AEB-95D3-6B5DA2BB60B8}" srcOrd="0" destOrd="0" presId="urn:microsoft.com/office/officeart/2005/8/layout/chevron2"/>
    <dgm:cxn modelId="{E99B6948-9F51-4A3E-A47D-C30289D04488}" type="presOf" srcId="{E9FD8AB3-2BA5-4148-A10D-8EDB01616940}" destId="{75594229-A93D-4AEB-95D3-6B5DA2BB60B8}" srcOrd="0" destOrd="2" presId="urn:microsoft.com/office/officeart/2005/8/layout/chevron2"/>
    <dgm:cxn modelId="{45A0AA70-668D-48B4-A1DD-8943C6CCDBA9}" type="presOf" srcId="{991B6070-E00B-497B-9BE8-0106581779CC}" destId="{22EBF558-224F-48E4-BA0F-7F589F4C3ABF}" srcOrd="0" destOrd="0" presId="urn:microsoft.com/office/officeart/2005/8/layout/chevron2"/>
    <dgm:cxn modelId="{51495078-D9AD-49B6-96B5-02837DE47EEA}" srcId="{DF64AD78-72A6-4761-9E1D-187B607A536B}" destId="{95331FB0-E451-4684-8DAE-60F165D9AF19}" srcOrd="0" destOrd="0" parTransId="{FC193187-90C4-42D4-A312-D37C1EE94741}" sibTransId="{1CC428F8-CA25-46F3-B017-B7FF719F17BE}"/>
    <dgm:cxn modelId="{C6FF3E93-FE3E-460B-821E-578BE4DC071B}" srcId="{41917FBF-67BD-4482-965A-EB7E2796A386}" destId="{FA2081AA-F394-4CE6-A91B-72B35B0D2448}" srcOrd="3" destOrd="0" parTransId="{B83E1973-F154-4244-974F-F04953FEE070}" sibTransId="{E2431B3F-A955-4EEB-B41D-F287EAD3D7BA}"/>
    <dgm:cxn modelId="{C6393295-24DF-4D84-8516-C779A35DF449}" type="presOf" srcId="{28A3BE73-D218-4A07-98F5-528999C68E58}" destId="{86A271CA-11C2-486D-9833-FA4206B8C22F}" srcOrd="0" destOrd="0" presId="urn:microsoft.com/office/officeart/2005/8/layout/chevron2"/>
    <dgm:cxn modelId="{AD2E8D99-98F6-4D2F-B05E-14E3F0C01CCD}" type="presOf" srcId="{E70E6AB3-EEAD-4483-878F-1F2A690E4BF7}" destId="{5234A433-0C88-4FE5-B6B8-A6AB267CC041}" srcOrd="0" destOrd="0" presId="urn:microsoft.com/office/officeart/2005/8/layout/chevron2"/>
    <dgm:cxn modelId="{4D5D17A3-FC1B-4DD8-890C-CAFFD9428B45}" type="presOf" srcId="{0895EC73-0A4E-49C9-A523-ED818B02BC54}" destId="{75594229-A93D-4AEB-95D3-6B5DA2BB60B8}" srcOrd="0" destOrd="1" presId="urn:microsoft.com/office/officeart/2005/8/layout/chevron2"/>
    <dgm:cxn modelId="{4DD2DBB2-5A3B-40DB-82BF-19988EFD61B4}" type="presOf" srcId="{95331FB0-E451-4684-8DAE-60F165D9AF19}" destId="{C7B7C095-CF54-4BA2-ADA2-5C5AA2A98FCC}" srcOrd="0" destOrd="0" presId="urn:microsoft.com/office/officeart/2005/8/layout/chevron2"/>
    <dgm:cxn modelId="{AEEE4BB6-4AF8-471A-8425-078BBCFF1947}" srcId="{28A3BE73-D218-4A07-98F5-528999C68E58}" destId="{F0ED2A7B-5E26-407C-883A-F47541C57186}" srcOrd="0" destOrd="0" parTransId="{F6048113-E2E4-4784-BF57-D6E162F063F6}" sibTransId="{036F635A-C000-4F42-84CF-514916C3786A}"/>
    <dgm:cxn modelId="{23CEC2EF-2F4E-4003-B6DD-B914FA249AE6}" srcId="{41917FBF-67BD-4482-965A-EB7E2796A386}" destId="{E70E6AB3-EEAD-4483-878F-1F2A690E4BF7}" srcOrd="4" destOrd="0" parTransId="{AADD4C20-40B9-4116-83B2-426330969427}" sibTransId="{E3FB606A-0C22-4977-B993-753939E1647C}"/>
    <dgm:cxn modelId="{C5E44AF6-27F4-4E62-8391-756E1A33E444}" srcId="{BD5959A4-C162-4EB2-9F6E-245644611453}" destId="{7939C8F4-C68C-4FC1-B023-99AF2DBF4126}" srcOrd="0" destOrd="0" parTransId="{1834592A-EA7E-49EA-B83E-0FEADFCAC03D}" sibTransId="{C4F9CC39-844F-405B-95CE-A020F70F98EA}"/>
    <dgm:cxn modelId="{5FF99EF9-2BC3-48F5-9B8B-0F3FBC75F204}" srcId="{41917FBF-67BD-4482-965A-EB7E2796A386}" destId="{DF64AD78-72A6-4761-9E1D-187B607A536B}" srcOrd="0" destOrd="0" parTransId="{64915E60-9DA2-43D1-AB16-FF8E4B6C790B}" sibTransId="{454E9EF9-2BB4-455A-8E04-2581CBCA09AC}"/>
    <dgm:cxn modelId="{16F3841A-1827-46F4-A2CD-F17FFE9A0D0C}" type="presParOf" srcId="{0B6B98F3-4AE5-49D4-A535-0F4A1CB8ACCD}" destId="{EDDCDD04-EF49-4759-BC80-34E6066AF4B8}" srcOrd="0" destOrd="0" presId="urn:microsoft.com/office/officeart/2005/8/layout/chevron2"/>
    <dgm:cxn modelId="{B93CA748-10DC-4B6D-988F-6EC33578AD31}" type="presParOf" srcId="{EDDCDD04-EF49-4759-BC80-34E6066AF4B8}" destId="{253D6E72-EBDA-4D91-AD50-1779BE348DAE}" srcOrd="0" destOrd="0" presId="urn:microsoft.com/office/officeart/2005/8/layout/chevron2"/>
    <dgm:cxn modelId="{B981DF1E-4FC5-4188-BF0E-2F68C18C226D}" type="presParOf" srcId="{EDDCDD04-EF49-4759-BC80-34E6066AF4B8}" destId="{C7B7C095-CF54-4BA2-ADA2-5C5AA2A98FCC}" srcOrd="1" destOrd="0" presId="urn:microsoft.com/office/officeart/2005/8/layout/chevron2"/>
    <dgm:cxn modelId="{C86A10F9-0671-4B83-B40F-FCE301EBDC81}" type="presParOf" srcId="{0B6B98F3-4AE5-49D4-A535-0F4A1CB8ACCD}" destId="{743E3601-1722-4E99-9F13-BBC6A1275228}" srcOrd="1" destOrd="0" presId="urn:microsoft.com/office/officeart/2005/8/layout/chevron2"/>
    <dgm:cxn modelId="{7C40E0C0-2233-4BCD-B72C-4BF5C109A6B9}" type="presParOf" srcId="{0B6B98F3-4AE5-49D4-A535-0F4A1CB8ACCD}" destId="{49B78944-387D-4E70-8C25-31258B328EBF}" srcOrd="2" destOrd="0" presId="urn:microsoft.com/office/officeart/2005/8/layout/chevron2"/>
    <dgm:cxn modelId="{3CAAD771-1794-4F0A-81E3-494B1464561B}" type="presParOf" srcId="{49B78944-387D-4E70-8C25-31258B328EBF}" destId="{86A271CA-11C2-486D-9833-FA4206B8C22F}" srcOrd="0" destOrd="0" presId="urn:microsoft.com/office/officeart/2005/8/layout/chevron2"/>
    <dgm:cxn modelId="{8322FF1C-369A-4AF4-AED5-7408C49AA021}" type="presParOf" srcId="{49B78944-387D-4E70-8C25-31258B328EBF}" destId="{8A6BDFE7-3F49-4487-8458-8D02BDE38DA6}" srcOrd="1" destOrd="0" presId="urn:microsoft.com/office/officeart/2005/8/layout/chevron2"/>
    <dgm:cxn modelId="{7E1FE044-F266-4B70-8244-EC66692AAF2A}" type="presParOf" srcId="{0B6B98F3-4AE5-49D4-A535-0F4A1CB8ACCD}" destId="{50CB8E85-301D-4213-81E4-826DC6B87F67}" srcOrd="3" destOrd="0" presId="urn:microsoft.com/office/officeart/2005/8/layout/chevron2"/>
    <dgm:cxn modelId="{1C967D20-645B-4D97-B37E-A70341149006}" type="presParOf" srcId="{0B6B98F3-4AE5-49D4-A535-0F4A1CB8ACCD}" destId="{B921D45F-CDBE-4E1E-987E-4DBB92201221}" srcOrd="4" destOrd="0" presId="urn:microsoft.com/office/officeart/2005/8/layout/chevron2"/>
    <dgm:cxn modelId="{B34FB597-AD3C-4420-81F2-05AAEED73717}" type="presParOf" srcId="{B921D45F-CDBE-4E1E-987E-4DBB92201221}" destId="{294AADFE-2B2A-49F2-A4A4-0E1B0310AAC4}" srcOrd="0" destOrd="0" presId="urn:microsoft.com/office/officeart/2005/8/layout/chevron2"/>
    <dgm:cxn modelId="{47351511-BE14-4623-B099-805513FE3589}" type="presParOf" srcId="{B921D45F-CDBE-4E1E-987E-4DBB92201221}" destId="{75594229-A93D-4AEB-95D3-6B5DA2BB60B8}" srcOrd="1" destOrd="0" presId="urn:microsoft.com/office/officeart/2005/8/layout/chevron2"/>
    <dgm:cxn modelId="{428363EB-4B87-4907-83F3-C88F6E264E53}" type="presParOf" srcId="{0B6B98F3-4AE5-49D4-A535-0F4A1CB8ACCD}" destId="{F4A9D998-E281-4E6B-A4BD-28FBAA2D74F0}" srcOrd="5" destOrd="0" presId="urn:microsoft.com/office/officeart/2005/8/layout/chevron2"/>
    <dgm:cxn modelId="{F1578A28-8462-4808-8E8C-1A94EEE89F95}" type="presParOf" srcId="{0B6B98F3-4AE5-49D4-A535-0F4A1CB8ACCD}" destId="{FC788620-E9AF-4DAC-A885-2318B10CD02E}" srcOrd="6" destOrd="0" presId="urn:microsoft.com/office/officeart/2005/8/layout/chevron2"/>
    <dgm:cxn modelId="{1BA46C90-895E-46EB-8D1C-72C293C1F026}" type="presParOf" srcId="{FC788620-E9AF-4DAC-A885-2318B10CD02E}" destId="{1D0A17F0-1450-4D41-AB9C-9D5589E65966}" srcOrd="0" destOrd="0" presId="urn:microsoft.com/office/officeart/2005/8/layout/chevron2"/>
    <dgm:cxn modelId="{CC0476E9-8426-48A1-ABA0-BB4AF0C8F7E1}" type="presParOf" srcId="{FC788620-E9AF-4DAC-A885-2318B10CD02E}" destId="{2F61B3F9-3363-4483-A19B-3B9B5CDFD164}" srcOrd="1" destOrd="0" presId="urn:microsoft.com/office/officeart/2005/8/layout/chevron2"/>
    <dgm:cxn modelId="{62D75E6B-4684-4503-A5E2-01C6BF3D24D8}" type="presParOf" srcId="{0B6B98F3-4AE5-49D4-A535-0F4A1CB8ACCD}" destId="{27B643AA-AA9D-4844-9391-8FD52AA09B7A}" srcOrd="7" destOrd="0" presId="urn:microsoft.com/office/officeart/2005/8/layout/chevron2"/>
    <dgm:cxn modelId="{310B582E-81F1-4E9A-A802-12D1A90D889A}" type="presParOf" srcId="{0B6B98F3-4AE5-49D4-A535-0F4A1CB8ACCD}" destId="{3D836F27-714A-4D67-825C-08C9DE05D1D4}" srcOrd="8" destOrd="0" presId="urn:microsoft.com/office/officeart/2005/8/layout/chevron2"/>
    <dgm:cxn modelId="{C75DA74D-4A8E-45FB-972E-0D8CAF133FD8}" type="presParOf" srcId="{3D836F27-714A-4D67-825C-08C9DE05D1D4}" destId="{5234A433-0C88-4FE5-B6B8-A6AB267CC041}" srcOrd="0" destOrd="0" presId="urn:microsoft.com/office/officeart/2005/8/layout/chevron2"/>
    <dgm:cxn modelId="{252D255B-5019-4A42-8D32-245E5DECA576}" type="presParOf" srcId="{3D836F27-714A-4D67-825C-08C9DE05D1D4}" destId="{22EBF558-224F-48E4-BA0F-7F589F4C3AB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D6E72-EBDA-4D91-AD50-1779BE348DAE}">
      <dsp:nvSpPr>
        <dsp:cNvPr id="0" name=""/>
        <dsp:cNvSpPr/>
      </dsp:nvSpPr>
      <dsp:spPr>
        <a:xfrm rot="5400000">
          <a:off x="-123425" y="126517"/>
          <a:ext cx="822838" cy="57598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</a:t>
          </a:r>
          <a:endParaRPr lang="en-PK" sz="1800" kern="1200" dirty="0"/>
        </a:p>
      </dsp:txBody>
      <dsp:txXfrm rot="-5400000">
        <a:off x="1" y="291084"/>
        <a:ext cx="575986" cy="246852"/>
      </dsp:txXfrm>
    </dsp:sp>
    <dsp:sp modelId="{C7B7C095-CF54-4BA2-ADA2-5C5AA2A98FCC}">
      <dsp:nvSpPr>
        <dsp:cNvPr id="0" name=""/>
        <dsp:cNvSpPr/>
      </dsp:nvSpPr>
      <dsp:spPr>
        <a:xfrm rot="5400000">
          <a:off x="4265887" y="-3686809"/>
          <a:ext cx="534844" cy="79146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1" kern="1200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Leadership Support</a:t>
          </a:r>
          <a:endParaRPr lang="en-PK" sz="1400" kern="1200" dirty="0"/>
        </a:p>
      </dsp:txBody>
      <dsp:txXfrm rot="-5400000">
        <a:off x="575986" y="29201"/>
        <a:ext cx="7888538" cy="482626"/>
      </dsp:txXfrm>
    </dsp:sp>
    <dsp:sp modelId="{86A271CA-11C2-486D-9833-FA4206B8C22F}">
      <dsp:nvSpPr>
        <dsp:cNvPr id="0" name=""/>
        <dsp:cNvSpPr/>
      </dsp:nvSpPr>
      <dsp:spPr>
        <a:xfrm rot="5400000">
          <a:off x="-123425" y="828108"/>
          <a:ext cx="822838" cy="57598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</a:t>
          </a:r>
          <a:endParaRPr lang="en-PK" sz="1800" kern="1200" dirty="0"/>
        </a:p>
      </dsp:txBody>
      <dsp:txXfrm rot="-5400000">
        <a:off x="1" y="992675"/>
        <a:ext cx="575986" cy="246852"/>
      </dsp:txXfrm>
    </dsp:sp>
    <dsp:sp modelId="{8A6BDFE7-3F49-4487-8458-8D02BDE38DA6}">
      <dsp:nvSpPr>
        <dsp:cNvPr id="0" name=""/>
        <dsp:cNvSpPr/>
      </dsp:nvSpPr>
      <dsp:spPr>
        <a:xfrm rot="5400000">
          <a:off x="4265887" y="-2918956"/>
          <a:ext cx="534844" cy="79146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1" kern="1200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Training and Education</a:t>
          </a:r>
          <a:endParaRPr lang="en-PK" sz="1600" kern="1200" dirty="0"/>
        </a:p>
      </dsp:txBody>
      <dsp:txXfrm rot="-5400000">
        <a:off x="575986" y="797054"/>
        <a:ext cx="7888538" cy="482626"/>
      </dsp:txXfrm>
    </dsp:sp>
    <dsp:sp modelId="{294AADFE-2B2A-49F2-A4A4-0E1B0310AAC4}">
      <dsp:nvSpPr>
        <dsp:cNvPr id="0" name=""/>
        <dsp:cNvSpPr/>
      </dsp:nvSpPr>
      <dsp:spPr>
        <a:xfrm rot="5400000">
          <a:off x="-123425" y="1529700"/>
          <a:ext cx="822838" cy="57598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</a:t>
          </a:r>
          <a:endParaRPr lang="en-PK" sz="1800" kern="1200" dirty="0"/>
        </a:p>
      </dsp:txBody>
      <dsp:txXfrm rot="-5400000">
        <a:off x="1" y="1694267"/>
        <a:ext cx="575986" cy="246852"/>
      </dsp:txXfrm>
    </dsp:sp>
    <dsp:sp modelId="{75594229-A93D-4AEB-95D3-6B5DA2BB60B8}">
      <dsp:nvSpPr>
        <dsp:cNvPr id="0" name=""/>
        <dsp:cNvSpPr/>
      </dsp:nvSpPr>
      <dsp:spPr>
        <a:xfrm rot="5400000">
          <a:off x="4265887" y="-2283626"/>
          <a:ext cx="534844" cy="79146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PK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1" kern="1200" spc="-50" dirty="0">
              <a:latin typeface="Inter Bold" pitchFamily="34" charset="0"/>
              <a:ea typeface="Inter Bold" pitchFamily="34" charset="-122"/>
              <a:cs typeface="Inter Bold" pitchFamily="34" charset="-120"/>
            </a:rPr>
            <a:t>Team Formation</a:t>
          </a:r>
          <a:endParaRPr lang="en-PK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PK" sz="1600" kern="1200" dirty="0"/>
        </a:p>
      </dsp:txBody>
      <dsp:txXfrm rot="-5400000">
        <a:off x="575986" y="1432384"/>
        <a:ext cx="7888538" cy="482626"/>
      </dsp:txXfrm>
    </dsp:sp>
    <dsp:sp modelId="{1D0A17F0-1450-4D41-AB9C-9D5589E65966}">
      <dsp:nvSpPr>
        <dsp:cNvPr id="0" name=""/>
        <dsp:cNvSpPr/>
      </dsp:nvSpPr>
      <dsp:spPr>
        <a:xfrm rot="5400000">
          <a:off x="-123425" y="2231291"/>
          <a:ext cx="822838" cy="57598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</a:t>
          </a:r>
          <a:endParaRPr lang="en-PK" sz="1800" kern="1200" dirty="0"/>
        </a:p>
      </dsp:txBody>
      <dsp:txXfrm rot="-5400000">
        <a:off x="1" y="2395858"/>
        <a:ext cx="575986" cy="246852"/>
      </dsp:txXfrm>
    </dsp:sp>
    <dsp:sp modelId="{2F61B3F9-3363-4483-A19B-3B9B5CDFD164}">
      <dsp:nvSpPr>
        <dsp:cNvPr id="0" name=""/>
        <dsp:cNvSpPr/>
      </dsp:nvSpPr>
      <dsp:spPr>
        <a:xfrm rot="5400000">
          <a:off x="4265887" y="-1582035"/>
          <a:ext cx="534844" cy="79146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1" kern="1200" spc="-50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Problem Identification and Solution Development</a:t>
          </a:r>
          <a:endParaRPr lang="en-PK" sz="1600" kern="1200" dirty="0"/>
        </a:p>
      </dsp:txBody>
      <dsp:txXfrm rot="-5400000">
        <a:off x="575986" y="2133975"/>
        <a:ext cx="7888538" cy="482626"/>
      </dsp:txXfrm>
    </dsp:sp>
    <dsp:sp modelId="{5234A433-0C88-4FE5-B6B8-A6AB267CC041}">
      <dsp:nvSpPr>
        <dsp:cNvPr id="0" name=""/>
        <dsp:cNvSpPr/>
      </dsp:nvSpPr>
      <dsp:spPr>
        <a:xfrm rot="5400000">
          <a:off x="-123425" y="2932883"/>
          <a:ext cx="822838" cy="57598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</a:t>
          </a:r>
          <a:endParaRPr lang="en-PK" sz="1800" kern="1200" dirty="0"/>
        </a:p>
      </dsp:txBody>
      <dsp:txXfrm rot="-5400000">
        <a:off x="1" y="3097450"/>
        <a:ext cx="575986" cy="246852"/>
      </dsp:txXfrm>
    </dsp:sp>
    <dsp:sp modelId="{22EBF558-224F-48E4-BA0F-7F589F4C3ABF}">
      <dsp:nvSpPr>
        <dsp:cNvPr id="0" name=""/>
        <dsp:cNvSpPr/>
      </dsp:nvSpPr>
      <dsp:spPr>
        <a:xfrm rot="5400000">
          <a:off x="4265887" y="-880443"/>
          <a:ext cx="534844" cy="791464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1" kern="1200" spc="-50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Implementation and Evaluation</a:t>
          </a:r>
          <a:endParaRPr lang="en-PK" sz="1600" kern="1200" dirty="0"/>
        </a:p>
      </dsp:txBody>
      <dsp:txXfrm rot="-5400000">
        <a:off x="575986" y="2835567"/>
        <a:ext cx="7888538" cy="4826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941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6390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3552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410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573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317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160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009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732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400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387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185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120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6594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171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9151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676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E771A5-6D94-48F8-88F4-2620DD0CA617}" type="datetimeFigureOut">
              <a:rPr lang="en-PK" smtClean="0"/>
              <a:t>20/12/2024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4124AA1-2F54-4F1A-9635-52C515CD8A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767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8229-6566-46C3-AE28-B94F5576F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Masaaki Imai: The Father of Kaizen</a:t>
            </a:r>
            <a:endParaRPr lang="en-PK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79486-5595-4BF8-950E-550549154C42}"/>
              </a:ext>
            </a:extLst>
          </p:cNvPr>
          <p:cNvSpPr txBox="1"/>
          <p:nvPr/>
        </p:nvSpPr>
        <p:spPr>
          <a:xfrm>
            <a:off x="825491" y="3429000"/>
            <a:ext cx="42103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YACgEZ1cb1Q 0"/>
              </a:rPr>
              <a:t>Presented By:</a:t>
            </a:r>
            <a:endParaRPr lang="en-US" dirty="0">
              <a:solidFill>
                <a:srgbClr val="000000"/>
              </a:solidFill>
              <a:effectLst/>
              <a:latin typeface="YACgEZ1cb1Q 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</a:rPr>
              <a:t>Zahra Eman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</a:rPr>
              <a:t>Saiqa Manzoor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0000"/>
                </a:solidFill>
                <a:effectLst/>
              </a:rPr>
              <a:t>Mehwish Aslam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1776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4492486" y="1603513"/>
            <a:ext cx="2676939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i="0" u="sng" dirty="0">
                <a:solidFill>
                  <a:srgbClr val="000000"/>
                </a:solidFill>
                <a:effectLst/>
                <a:latin typeface="Inter Bold"/>
              </a:rPr>
              <a:t>Objective:</a:t>
            </a:r>
            <a:endParaRPr lang="en-PK" sz="3200" b="1" u="sng" dirty="0">
              <a:latin typeface="Inter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90E9-257C-4E31-B36E-D4297C1472BC}"/>
              </a:ext>
            </a:extLst>
          </p:cNvPr>
          <p:cNvSpPr txBox="1"/>
          <p:nvPr/>
        </p:nvSpPr>
        <p:spPr>
          <a:xfrm>
            <a:off x="1934818" y="3024304"/>
            <a:ext cx="7805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This presentation explores the life and work of Masaaki Imai, the influential pioneer of Kaizen, a philosophy for continuous improvement. We'll delve into the origins, principles, and applications of this powerful concept.</a:t>
            </a:r>
            <a:endParaRPr lang="en-PK" dirty="0">
              <a:latin typeface="Bahnschrift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2364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531166" y="805070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i="0" dirty="0">
                <a:solidFill>
                  <a:srgbClr val="000000"/>
                </a:solidFill>
                <a:effectLst/>
                <a:latin typeface="Inter Bold"/>
              </a:rPr>
              <a:t>Who is Masaaki Imai?</a:t>
            </a:r>
            <a:endParaRPr lang="en-PK" sz="3200" b="1" u="sng" dirty="0">
              <a:latin typeface="Inter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90E9-257C-4E31-B36E-D4297C1472BC}"/>
              </a:ext>
            </a:extLst>
          </p:cNvPr>
          <p:cNvSpPr txBox="1"/>
          <p:nvPr/>
        </p:nvSpPr>
        <p:spPr>
          <a:xfrm>
            <a:off x="1431234" y="2292628"/>
            <a:ext cx="84151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Visionary Leader:</a:t>
            </a:r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Masaaki Imai is a famous management expert and writer who introduced the concept of "Kaizen" (continuous improvement) to the Western world.</a:t>
            </a:r>
          </a:p>
          <a:p>
            <a:endParaRPr lang="en-US" dirty="0">
              <a:solidFill>
                <a:srgbClr val="000000"/>
              </a:solidFill>
              <a:latin typeface="Bahnschrift" panose="020B0502040204020203" pitchFamily="34" charset="0"/>
            </a:endParaRP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Kaizen Institute Founder:</a:t>
            </a:r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He established the Kaizen Institute in 1985 to promote Kaizen principles and implement them in organizations worldwide.</a:t>
            </a:r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endParaRPr lang="en-PK" dirty="0">
              <a:latin typeface="Bahnschrift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2987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531166" y="805070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32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Origins of Kaizen: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90E9-257C-4E31-B36E-D4297C1472BC}"/>
              </a:ext>
            </a:extLst>
          </p:cNvPr>
          <p:cNvSpPr txBox="1"/>
          <p:nvPr/>
        </p:nvSpPr>
        <p:spPr>
          <a:xfrm>
            <a:off x="424069" y="1762540"/>
            <a:ext cx="52611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Japanese Roots:</a:t>
            </a:r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Kaizen, meaning "continuous improvement," began in Japan after World War II as a method to rebuild the economy and improve manufacturing.</a:t>
            </a:r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r>
              <a:rPr lang="en-US" sz="1800" b="1" kern="0" spc="-67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Toyota's Influence:</a:t>
            </a:r>
          </a:p>
          <a:p>
            <a:r>
              <a:rPr lang="en-US" dirty="0">
                <a:latin typeface="Bahnschrift" panose="020B0502040204020203" pitchFamily="34" charset="0"/>
              </a:rPr>
              <a:t>Toyota Motor Corporation led the way in using Kaizen, emphasizing waste reduction and improving efficiency.</a:t>
            </a:r>
            <a:endParaRPr lang="en-US" sz="1800" dirty="0">
              <a:latin typeface="Bahnschrift" panose="020B0502040204020203" pitchFamily="34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Bahnschrift" panose="020B0502040204020203" pitchFamily="34" charset="0"/>
            </a:endParaRPr>
          </a:p>
          <a:p>
            <a:endParaRPr lang="en-PK" dirty="0">
              <a:latin typeface="Bahnschrift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C9AEFB-0259-4FC3-B7F3-44A325672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631" y="1549103"/>
            <a:ext cx="4467003" cy="375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0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11015" y="2411153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endParaRPr lang="en-US" sz="3200" b="1" kern="0" spc="-126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3200" b="1" kern="0" spc="-12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Principles of Kaizen:</a:t>
            </a:r>
            <a:endParaRPr lang="en-US" sz="3200" dirty="0"/>
          </a:p>
          <a:p>
            <a:pPr marL="0" indent="0">
              <a:lnSpc>
                <a:spcPts val="5550"/>
              </a:lnSpc>
              <a:buNone/>
            </a:pP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90E9-257C-4E31-B36E-D4297C1472BC}"/>
              </a:ext>
            </a:extLst>
          </p:cNvPr>
          <p:cNvSpPr txBox="1"/>
          <p:nvPr/>
        </p:nvSpPr>
        <p:spPr>
          <a:xfrm>
            <a:off x="105101" y="3429000"/>
            <a:ext cx="4810540" cy="181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kern="0" spc="-63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Respect</a:t>
            </a:r>
            <a:r>
              <a:rPr lang="en-US" sz="180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for People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Improvement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 on Process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kern="0" spc="-6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Eliminate Waste</a:t>
            </a:r>
            <a:endParaRPr lang="en-US" sz="1800" dirty="0"/>
          </a:p>
          <a:p>
            <a:endParaRPr lang="en-US" sz="1800" dirty="0"/>
          </a:p>
          <a:p>
            <a:endParaRPr lang="en-PK" dirty="0">
              <a:latin typeface="Bahnschrift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522AE5-A032-4D9C-8075-C6A3BFE13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" y="152400"/>
            <a:ext cx="10775853" cy="181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4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411898" y="957469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endParaRPr lang="en-US" sz="3200" b="1" kern="0" spc="-114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3200" b="1" kern="0" spc="-11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Kaizen Mindset:</a:t>
            </a:r>
            <a:endParaRPr lang="en-US" sz="3200" dirty="0"/>
          </a:p>
          <a:p>
            <a:pPr marL="0" indent="0">
              <a:lnSpc>
                <a:spcPts val="5550"/>
              </a:lnSpc>
              <a:buNone/>
            </a:pP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90E9-257C-4E31-B36E-D4297C1472BC}"/>
              </a:ext>
            </a:extLst>
          </p:cNvPr>
          <p:cNvSpPr txBox="1"/>
          <p:nvPr/>
        </p:nvSpPr>
        <p:spPr>
          <a:xfrm>
            <a:off x="4163629" y="1828562"/>
            <a:ext cx="6679096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0" spc="-57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Open to Ideas: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kern="0" spc="-30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Encouraging a culture of openness to new ideas, suggestions, and feedback from all levels of the organization.</a:t>
            </a:r>
          </a:p>
          <a:p>
            <a:r>
              <a:rPr lang="en-US" sz="1800" b="1" kern="0" spc="-57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Continuous Learning: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kern="0" spc="-30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A commitment to ongoing learning and development, embracing new knowledge and skills to enhance performance.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b="1" kern="0" spc="-57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Collaboration</a:t>
            </a:r>
            <a:r>
              <a:rPr lang="en-US" b="1" kern="0" spc="-57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:</a:t>
            </a:r>
          </a:p>
          <a:p>
            <a:r>
              <a:rPr lang="en-US" sz="1800" kern="0" spc="-30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Fostering a collaborative environment where team members work together to identify problems and solutions.</a:t>
            </a:r>
            <a:endParaRPr lang="en-US" sz="1800" dirty="0">
              <a:latin typeface="Bahnschrift" panose="020B0502040204020203" pitchFamily="34" charset="0"/>
            </a:endParaRPr>
          </a:p>
          <a:p>
            <a:endParaRPr lang="en-US" sz="1800" dirty="0">
              <a:latin typeface="Bahnschrift" panose="020B0502040204020203" pitchFamily="34" charset="0"/>
            </a:endParaRPr>
          </a:p>
          <a:p>
            <a:endParaRPr lang="en-PK" dirty="0">
              <a:latin typeface="Bahnschrift" panose="020B0502040204020203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0DB471-3DC5-48F2-AE43-6E63650B2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2" y="1826966"/>
            <a:ext cx="3488788" cy="407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9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398645" y="785191"/>
            <a:ext cx="4846217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endParaRPr lang="en-US" sz="3200" b="1" kern="0" spc="-134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3200" b="1" kern="0" spc="-13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Kaizen Event:</a:t>
            </a:r>
            <a:endParaRPr lang="en-US" sz="3200" dirty="0"/>
          </a:p>
          <a:p>
            <a:pPr marL="0" indent="0">
              <a:lnSpc>
                <a:spcPts val="5550"/>
              </a:lnSpc>
              <a:buNone/>
            </a:pPr>
            <a:endParaRPr lang="en-US" sz="3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4972BD-3B89-40D2-88BF-111CA19FC00B}"/>
              </a:ext>
            </a:extLst>
          </p:cNvPr>
          <p:cNvSpPr/>
          <p:nvPr/>
        </p:nvSpPr>
        <p:spPr>
          <a:xfrm>
            <a:off x="371879" y="1986604"/>
            <a:ext cx="516834" cy="3578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PK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67CBFE-E607-4763-89E6-094534DF1CBC}"/>
              </a:ext>
            </a:extLst>
          </p:cNvPr>
          <p:cNvSpPr/>
          <p:nvPr/>
        </p:nvSpPr>
        <p:spPr>
          <a:xfrm>
            <a:off x="371879" y="2741013"/>
            <a:ext cx="516834" cy="3578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PK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384F4D-1478-4749-BBDB-7088455DD64F}"/>
              </a:ext>
            </a:extLst>
          </p:cNvPr>
          <p:cNvSpPr/>
          <p:nvPr/>
        </p:nvSpPr>
        <p:spPr>
          <a:xfrm>
            <a:off x="356180" y="3580274"/>
            <a:ext cx="516834" cy="3578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PK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7E4BDE-090B-4D0D-807D-E0B258E0F3DC}"/>
              </a:ext>
            </a:extLst>
          </p:cNvPr>
          <p:cNvCxnSpPr>
            <a:cxnSpLocks/>
          </p:cNvCxnSpPr>
          <p:nvPr/>
        </p:nvCxnSpPr>
        <p:spPr>
          <a:xfrm>
            <a:off x="772297" y="1392347"/>
            <a:ext cx="0" cy="28828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A1A557-7756-4D79-8909-4BF02AB94662}"/>
              </a:ext>
            </a:extLst>
          </p:cNvPr>
          <p:cNvSpPr txBox="1"/>
          <p:nvPr/>
        </p:nvSpPr>
        <p:spPr>
          <a:xfrm>
            <a:off x="1377610" y="1769152"/>
            <a:ext cx="6683176" cy="795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kern="0" spc="-36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A structured, focused effort to improve a specific process, product, or service within a short period of time.</a:t>
            </a:r>
            <a:endParaRPr lang="en-US" sz="1800" dirty="0">
              <a:latin typeface="Bahnschrift" panose="020B05020402040202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90640C-AD88-48EA-B928-F3EF12F4675B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888713" y="2165509"/>
            <a:ext cx="488897" cy="1220"/>
          </a:xfrm>
          <a:prstGeom prst="line">
            <a:avLst/>
          </a:prstGeom>
          <a:ln w="25400">
            <a:solidFill>
              <a:schemeClr val="dk1">
                <a:shade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7C6E4D5-1154-48C7-A7DB-7DF7C5FF2DEA}"/>
              </a:ext>
            </a:extLst>
          </p:cNvPr>
          <p:cNvSpPr txBox="1"/>
          <p:nvPr/>
        </p:nvSpPr>
        <p:spPr>
          <a:xfrm>
            <a:off x="1372001" y="2702868"/>
            <a:ext cx="6434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spc="-36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Involves a team of employees from different departments working together to identify problems, brainstorm solutions, and implement changes.</a:t>
            </a:r>
            <a:endParaRPr lang="en-US" sz="1800" dirty="0">
              <a:latin typeface="Bahnschrift" panose="020B0502040204020203" pitchFamily="34" charset="0"/>
            </a:endParaRPr>
          </a:p>
          <a:p>
            <a:endParaRPr lang="en-PK" dirty="0">
              <a:latin typeface="Bahnschrift" panose="020B0502040204020203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5B7652-62FB-4937-8D4C-8DAAC0C2C11E}"/>
              </a:ext>
            </a:extLst>
          </p:cNvPr>
          <p:cNvCxnSpPr>
            <a:cxnSpLocks/>
          </p:cNvCxnSpPr>
          <p:nvPr/>
        </p:nvCxnSpPr>
        <p:spPr>
          <a:xfrm>
            <a:off x="892586" y="2934733"/>
            <a:ext cx="479415" cy="0"/>
          </a:xfrm>
          <a:prstGeom prst="line">
            <a:avLst/>
          </a:prstGeom>
          <a:ln w="25400">
            <a:solidFill>
              <a:schemeClr val="dk1">
                <a:shade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87CED2-BA99-4D30-8843-89CE4CF76EFD}"/>
              </a:ext>
            </a:extLst>
          </p:cNvPr>
          <p:cNvCxnSpPr>
            <a:cxnSpLocks/>
          </p:cNvCxnSpPr>
          <p:nvPr/>
        </p:nvCxnSpPr>
        <p:spPr>
          <a:xfrm>
            <a:off x="882800" y="3760760"/>
            <a:ext cx="469629" cy="0"/>
          </a:xfrm>
          <a:prstGeom prst="line">
            <a:avLst/>
          </a:prstGeom>
          <a:ln w="25400">
            <a:solidFill>
              <a:schemeClr val="dk1">
                <a:shade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D86A7F0-2E26-4690-89AB-CBAAB6DC1CEA}"/>
              </a:ext>
            </a:extLst>
          </p:cNvPr>
          <p:cNvSpPr txBox="1"/>
          <p:nvPr/>
        </p:nvSpPr>
        <p:spPr>
          <a:xfrm>
            <a:off x="1389938" y="3554967"/>
            <a:ext cx="6416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key </a:t>
            </a:r>
            <a:r>
              <a:rPr lang="en-US" sz="1800" kern="0" spc="-36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element</a:t>
            </a:r>
            <a:r>
              <a:rPr lang="en-US" sz="18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Kaizen, providing a hands-on opportunity to apply Kaizen principles and achieve tangible results.</a:t>
            </a:r>
            <a:endParaRPr lang="en-US" sz="1800" dirty="0"/>
          </a:p>
          <a:p>
            <a:endParaRPr lang="en-PK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AFBF6B-2B20-42F5-8464-3A96231FF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441" y="807805"/>
            <a:ext cx="3019406" cy="37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2397830" y="656441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endParaRPr lang="en-US" sz="3200" b="1" kern="0" spc="-115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3200" b="1" kern="0" spc="-11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Kaizen Event: Step-by-Step</a:t>
            </a:r>
            <a:endParaRPr lang="en-US" sz="3200" dirty="0"/>
          </a:p>
          <a:p>
            <a:pPr marL="0" indent="0">
              <a:lnSpc>
                <a:spcPts val="5550"/>
              </a:lnSpc>
              <a:buNone/>
            </a:pPr>
            <a:endParaRPr lang="en-US" sz="3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759A7-CB60-41B3-B5F5-C59797F507CB}"/>
              </a:ext>
            </a:extLst>
          </p:cNvPr>
          <p:cNvSpPr txBox="1"/>
          <p:nvPr/>
        </p:nvSpPr>
        <p:spPr>
          <a:xfrm>
            <a:off x="464233" y="1443841"/>
            <a:ext cx="73714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Problem Identification:</a:t>
            </a:r>
          </a:p>
          <a:p>
            <a:r>
              <a:rPr lang="en-US" sz="1800" kern="0" spc="-31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The team identifies a specific problem or area for improvement within the organization.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Cause Analysis</a:t>
            </a:r>
            <a:r>
              <a:rPr lang="en-US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:</a:t>
            </a:r>
          </a:p>
          <a:p>
            <a:r>
              <a:rPr lang="en-US" sz="1800" kern="0" spc="-31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They analyze the root causes of the problem through data collection and brainstorming.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Solution Development</a:t>
            </a:r>
            <a:r>
              <a:rPr lang="en-US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:</a:t>
            </a:r>
          </a:p>
          <a:p>
            <a:r>
              <a:rPr lang="en-US" sz="1800" kern="0" spc="-31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The team develops and proposes potential solutions based on their analysis.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b="1" kern="0" spc="-58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Implementation and Evaluation:</a:t>
            </a:r>
          </a:p>
          <a:p>
            <a:r>
              <a:rPr lang="en-US" sz="1800" kern="0" spc="-31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The proposed solutions are implemented and their effectiveness is evaluated.</a:t>
            </a:r>
            <a:endParaRPr lang="en-US" sz="1800" dirty="0">
              <a:latin typeface="Bahnschrift" panose="020B0502040204020203" pitchFamily="34" charset="0"/>
            </a:endParaRPr>
          </a:p>
          <a:p>
            <a:endParaRPr lang="en-US" sz="1800" dirty="0">
              <a:latin typeface="Bahnschrift" panose="020B0502040204020203" pitchFamily="34" charset="0"/>
            </a:endParaRPr>
          </a:p>
          <a:p>
            <a:endParaRPr lang="en-US" sz="1800" dirty="0"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E6675-FBF0-4973-8F37-D3838D576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979" y="1443841"/>
            <a:ext cx="3289956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1483430" y="636790"/>
            <a:ext cx="5936972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endParaRPr lang="en-US" sz="3200" b="1" kern="0" spc="-13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3200" b="1" kern="0" spc="-13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Benefits of Kaizen:</a:t>
            </a:r>
            <a:endParaRPr lang="en-US" sz="3200" dirty="0"/>
          </a:p>
          <a:p>
            <a:pPr marL="0" indent="0">
              <a:lnSpc>
                <a:spcPts val="5550"/>
              </a:lnSpc>
              <a:buNone/>
            </a:pPr>
            <a:endParaRPr lang="en-US" sz="3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759A7-CB60-41B3-B5F5-C59797F507CB}"/>
              </a:ext>
            </a:extLst>
          </p:cNvPr>
          <p:cNvSpPr txBox="1"/>
          <p:nvPr/>
        </p:nvSpPr>
        <p:spPr>
          <a:xfrm>
            <a:off x="152400" y="1471977"/>
            <a:ext cx="40092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0" spc="-173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                                              15%</a:t>
            </a:r>
          </a:p>
          <a:p>
            <a:r>
              <a:rPr lang="en-US" sz="1800" b="1" kern="0" spc="-65" dirty="0">
                <a:solidFill>
                  <a:srgbClr val="272525"/>
                </a:solidFill>
                <a:latin typeface="Bahnschrift" panose="020B0502040204020203" pitchFamily="34" charset="0"/>
                <a:ea typeface="Inter Bold" pitchFamily="34" charset="-122"/>
                <a:cs typeface="Inter Bold" pitchFamily="34" charset="-120"/>
              </a:rPr>
              <a:t>                        Cost Reduction</a:t>
            </a:r>
            <a:endParaRPr lang="en-US" sz="1800" dirty="0">
              <a:latin typeface="Bahnschrift" panose="020B0502040204020203" pitchFamily="34" charset="0"/>
            </a:endParaRPr>
          </a:p>
          <a:p>
            <a:r>
              <a:rPr lang="en-US" sz="1800" kern="0" spc="-35" dirty="0">
                <a:solidFill>
                  <a:srgbClr val="272525"/>
                </a:solidFill>
                <a:latin typeface="Bahnschrift" panose="020B0502040204020203" pitchFamily="34" charset="0"/>
                <a:ea typeface="Inter" pitchFamily="34" charset="-122"/>
                <a:cs typeface="Inter" pitchFamily="34" charset="-120"/>
              </a:rPr>
              <a:t>Kaizen can significantly reduce costs by eliminating waste and improving efficiency</a:t>
            </a:r>
            <a:r>
              <a:rPr lang="en-US" sz="180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endParaRPr lang="en-US" sz="1800" kern="0" spc="-35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r>
              <a:rPr lang="en-US" sz="1800" b="1" kern="0" spc="-1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                                       10%</a:t>
            </a:r>
            <a:endParaRPr lang="en-US" sz="1800" dirty="0"/>
          </a:p>
          <a:p>
            <a:r>
              <a:rPr lang="en-US" sz="1800" b="1" kern="0" spc="-6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       Increased Productivity</a:t>
            </a:r>
            <a:endParaRPr lang="en-US" sz="1800" dirty="0"/>
          </a:p>
          <a:p>
            <a:r>
              <a:rPr lang="en-US" sz="180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processes and improved teamwork result in higher output.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20423-AEC8-4541-A5F6-B6E730630B4F}"/>
              </a:ext>
            </a:extLst>
          </p:cNvPr>
          <p:cNvSpPr txBox="1"/>
          <p:nvPr/>
        </p:nvSpPr>
        <p:spPr>
          <a:xfrm>
            <a:off x="4351912" y="1471977"/>
            <a:ext cx="35309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0" spc="-1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1800" dirty="0"/>
          </a:p>
          <a:p>
            <a:pPr algn="ctr"/>
            <a:r>
              <a:rPr lang="en-US" sz="1800" b="1" kern="0" spc="-6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Improvement</a:t>
            </a:r>
            <a:endParaRPr lang="en-US" sz="1800" dirty="0"/>
          </a:p>
          <a:p>
            <a:r>
              <a:rPr lang="en-US" sz="180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Kaizen leads to higher product and service quality, enhancing customer satisfaction.</a:t>
            </a:r>
          </a:p>
          <a:p>
            <a:pPr algn="ctr"/>
            <a:r>
              <a:rPr lang="en-US" sz="1800" b="1" kern="0" spc="-17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5%</a:t>
            </a:r>
            <a:endParaRPr lang="en-US" sz="1800" dirty="0"/>
          </a:p>
          <a:p>
            <a:pPr algn="ctr"/>
            <a:r>
              <a:rPr lang="en-US" sz="1800" b="1" kern="0" spc="-6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Empowerment</a:t>
            </a:r>
            <a:endParaRPr lang="en-US" sz="1800" dirty="0"/>
          </a:p>
          <a:p>
            <a:r>
              <a:rPr lang="en-US" sz="1800" kern="0" spc="-3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Kaizen empowers employees to take ownership and contribute to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FFF24-7694-400F-8C87-11BEFD5CE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0" b="17687"/>
          <a:stretch/>
        </p:blipFill>
        <p:spPr>
          <a:xfrm>
            <a:off x="8073123" y="1670539"/>
            <a:ext cx="2825667" cy="351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2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26BF9E9-9F36-49D3-B5EE-AA7C1E50E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356224"/>
              </p:ext>
            </p:extLst>
          </p:nvPr>
        </p:nvGraphicFramePr>
        <p:xfrm>
          <a:off x="912701" y="1739079"/>
          <a:ext cx="8490634" cy="3635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86B9D2A-9598-4C59-9AED-658CAB8F7FF5}"/>
              </a:ext>
            </a:extLst>
          </p:cNvPr>
          <p:cNvSpPr/>
          <p:nvPr/>
        </p:nvSpPr>
        <p:spPr>
          <a:xfrm>
            <a:off x="1765495" y="630733"/>
            <a:ext cx="7793909" cy="5698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3200" b="1" dirty="0">
                <a:latin typeface="Inter Bold"/>
              </a:rPr>
              <a:t>Implementing Kaizen in your Organization:</a:t>
            </a:r>
          </a:p>
        </p:txBody>
      </p:sp>
    </p:spTree>
    <p:extLst>
      <p:ext uri="{BB962C8B-B14F-4D97-AF65-F5344CB8AC3E}">
        <p14:creationId xmlns:p14="http://schemas.microsoft.com/office/powerpoint/2010/main" val="227895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759A7-CB60-41B3-B5F5-C59797F507CB}"/>
              </a:ext>
            </a:extLst>
          </p:cNvPr>
          <p:cNvSpPr txBox="1"/>
          <p:nvPr/>
        </p:nvSpPr>
        <p:spPr>
          <a:xfrm>
            <a:off x="464234" y="1443841"/>
            <a:ext cx="4386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embracing Kaizen principles, organizations can foster a culture of continuous improvement, leading to increased efficiency, enhanced quality, and greater employee engagement. It's a journey of ongoing growth and development, driven by a commitment to excellence.</a:t>
            </a:r>
            <a:endParaRPr lang="en-US" sz="1800" dirty="0"/>
          </a:p>
          <a:p>
            <a:endParaRPr lang="en-US" sz="1800" dirty="0"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53A3-32A5-4CA1-BAC3-4BF39ABAE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174" y="1475749"/>
            <a:ext cx="4698201" cy="3756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90AFF5-5421-450A-8A0D-705635E28561}"/>
              </a:ext>
            </a:extLst>
          </p:cNvPr>
          <p:cNvSpPr txBox="1"/>
          <p:nvPr/>
        </p:nvSpPr>
        <p:spPr>
          <a:xfrm>
            <a:off x="1577009" y="689113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Inter Bold"/>
              </a:rPr>
              <a:t>Kaizen</a:t>
            </a:r>
            <a:r>
              <a:rPr lang="en-US" sz="2800" b="1" dirty="0"/>
              <a:t>: The Path To Continuous Improvements:</a:t>
            </a:r>
            <a:endParaRPr lang="en-PK" sz="2800" b="1" dirty="0"/>
          </a:p>
        </p:txBody>
      </p:sp>
    </p:spTree>
    <p:extLst>
      <p:ext uri="{BB962C8B-B14F-4D97-AF65-F5344CB8AC3E}">
        <p14:creationId xmlns:p14="http://schemas.microsoft.com/office/powerpoint/2010/main" val="354573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3319670" y="2925417"/>
            <a:ext cx="5552660" cy="10071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3200" dirty="0"/>
              <a:t>        ANY QUESTION 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132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E1C56-F55A-4B3B-83D5-81B56C6E13FB}"/>
              </a:ext>
            </a:extLst>
          </p:cNvPr>
          <p:cNvSpPr/>
          <p:nvPr/>
        </p:nvSpPr>
        <p:spPr>
          <a:xfrm>
            <a:off x="4055165" y="3009905"/>
            <a:ext cx="4081669" cy="8381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lnSpc>
                <a:spcPts val="5550"/>
              </a:lnSpc>
              <a:buNone/>
            </a:pPr>
            <a:r>
              <a:rPr lang="en-US" sz="3200" dirty="0"/>
              <a:t>         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972AC9-3631-4688-B917-02F52167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CD7B888-CB0F-4241-920E-B2A5DDF3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018922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135</TotalTime>
  <Words>537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</vt:lpstr>
      <vt:lpstr>Inter</vt:lpstr>
      <vt:lpstr>Inter Bold</vt:lpstr>
      <vt:lpstr>Tw Cen MT</vt:lpstr>
      <vt:lpstr>Wingdings</vt:lpstr>
      <vt:lpstr>YACgEZ1cb1Q 0</vt:lpstr>
      <vt:lpstr>Droplet</vt:lpstr>
      <vt:lpstr>Masaaki Imai: The Father of Kaizen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Masaaki Imai: The Father of Kaizen</dc:title>
  <dc:creator>MR</dc:creator>
  <cp:lastModifiedBy>MR</cp:lastModifiedBy>
  <cp:revision>14</cp:revision>
  <dcterms:created xsi:type="dcterms:W3CDTF">2024-12-04T03:43:17Z</dcterms:created>
  <dcterms:modified xsi:type="dcterms:W3CDTF">2024-12-20T11:35:27Z</dcterms:modified>
</cp:coreProperties>
</file>