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C9C52-B660-6204-2BCC-3141EB33F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6D5EC-DD96-4FA1-20E1-76F128207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0C1C0-F8E0-AA21-8C81-3AB5573D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8E144-52CA-02FE-FFDA-79E729CB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D3975-BAE7-7DB3-8B1B-26C7E55B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09023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D83F-A630-998A-81B6-1077322D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BA251-E2B0-55B6-3C06-6FC6B40A4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95058-56FB-2DBA-17B5-86A0B4E1C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44A3B-984D-4474-10C6-71908D7B7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AC4B6-E908-91C1-5B9B-B6141EC8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99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DA6B-5962-D2CE-6685-F15B1902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7260E-C065-54A2-12F1-1E1B1A7FF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7A747-D274-6C7E-31EF-3E5BF79A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2CBD3-DCCD-5CC7-0833-4529C320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5507C-3E89-3D95-3146-DD7136AB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65702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09A6-9C20-F9B9-AE15-B35DC8102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B9C9B-FE4A-24EC-8DBC-844414905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1DF8-DC4D-A5F8-9945-AD070BC4B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5B5B8-A262-1391-BF08-13FFD5EA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B6998-1526-EAF3-9B63-206FDED1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447F0-F17F-D577-76F7-644F3A15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138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82BB4-CBFD-2FD8-B46E-8AC8A5B86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EFBF-1DBA-3957-AABB-F5A84CD58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C1C0F-5C08-CCC1-2CE1-1EDD1F1CA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3D882-E0A1-7BA6-5B86-778DF1838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C53DB-703A-4C98-90C5-6DAABF468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5181E-37E0-EE2B-4310-374AB5A5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06014D-A687-6621-1F9B-AA3B689D2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4A2A3C-9811-ECAE-BC5B-4A400144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008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5D44-66E4-A406-16BB-CF7A3E5D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5C7767-E632-B202-9139-A9CDAF23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76FDB-E9D9-B534-F4FA-832F6E85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3E9AF-E395-B692-E313-6FD51C259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028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2D4B9F-8944-8F5E-A5A1-4103405D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F687-F09C-5261-24DE-2B51D557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D0D82-62A4-71F2-79DA-2E7AD2A6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3007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A7CB-CF15-DD46-ABDE-EB6215077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B5B92-7C15-0F4B-DA63-ECDA82112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BC6FA-1AA3-A26E-FFDE-60195ED08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897B0-1DE9-3BD8-F22A-AE26ED09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20131-610D-5345-C523-76DE6D8B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07DE4-DD2D-3B6A-D097-F821ED96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372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2C6F-17CF-CFCB-74B7-8ADB83E5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0E48D-695C-81CC-4AF5-DC66515CF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8BF78-835B-3AA5-C487-3D0A5B842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23D56-8128-C976-2EAC-3BA1C855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F7BE2-8D3D-787F-2C66-E6494CB37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E235B-7060-A49A-A716-03A1DF4C4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0147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AFA2-EDA4-6F0A-70FB-FEDFB22A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B772B-E8C0-9FBF-D2FF-3D1D99DB6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4DFC1-76CD-076F-21A2-A4BBB47A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2DEC3-FA9E-858E-C8EE-76E6B23D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3B2BB-4B75-FE6A-16F8-3F0C8FA55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933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BB2A02-BEC4-578A-138E-BB7EECC20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C61E0-76F9-1853-13A7-4FDA1A1E5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CD652-3C53-F5D9-EF5C-09C654989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87975-5423-A81D-5354-14065D90C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D59B3-E996-6FB3-D1F7-35B5AFD9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226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9D7AF9-4959-2F84-AE75-5C184C3F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2058E-A621-812E-E257-D71D546B5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DF57C-1911-5213-FF91-85C78BCEE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C11D9-54F3-4DD1-8036-6FF6270A1716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5E2DB-F1E1-E4AE-516A-BF7A3A9E8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8F09B-05F3-12E0-6CA9-C84BEED60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DA9C8-3CF9-47F8-A732-35B97F3282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0358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A445-489C-7B11-2A09-DCBA14EA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554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The PDCA (Plan-Do-Check-Act) Cycle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90469-6E91-5E49-5ABA-D0075FA98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047135"/>
            <a:ext cx="12191999" cy="5810864"/>
          </a:xfrm>
        </p:spPr>
        <p:txBody>
          <a:bodyPr>
            <a:normAutofit fontScale="25000" lnSpcReduction="20000"/>
          </a:bodyPr>
          <a:lstStyle/>
          <a:p>
            <a:r>
              <a:rPr lang="en-US" sz="16000" dirty="0"/>
              <a:t>The PDCA (Plan-Do-Check-Act) Cycle is a widely used framework for continuous improvement, problem-solving, and quality control.</a:t>
            </a:r>
            <a:br>
              <a:rPr lang="en-US" sz="16000" dirty="0"/>
            </a:br>
            <a:endParaRPr lang="en-US" sz="16000" dirty="0"/>
          </a:p>
          <a:p>
            <a:r>
              <a:rPr lang="en-US" sz="16000" dirty="0"/>
              <a:t>*PDCA Cycle Steps:*</a:t>
            </a:r>
            <a:br>
              <a:rPr lang="en-US" sz="16000" dirty="0"/>
            </a:br>
            <a:endParaRPr lang="en-US" sz="16000" dirty="0"/>
          </a:p>
          <a:p>
            <a:r>
              <a:rPr lang="en-US" sz="16000" dirty="0"/>
              <a:t>1. *Plan (P)*</a:t>
            </a:r>
          </a:p>
          <a:p>
            <a:r>
              <a:rPr lang="en-US" sz="16000" dirty="0"/>
              <a:t>    - Define the problem or opportunity</a:t>
            </a:r>
          </a:p>
          <a:p>
            <a:r>
              <a:rPr lang="en-US" sz="16000" dirty="0"/>
              <a:t>    - Set clear goals and objectives</a:t>
            </a:r>
          </a:p>
          <a:p>
            <a:r>
              <a:rPr lang="en-US" sz="16000" dirty="0"/>
              <a:t>    - Identify key performance indicators (KPIs)</a:t>
            </a:r>
          </a:p>
          <a:p>
            <a:r>
              <a:rPr lang="en-US" sz="16000" dirty="0"/>
              <a:t>    - Develop a plan and timeline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26120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2C2F-4601-554F-1675-14E21AA8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The PDCA (Plan-Do-Check-Act) Cycle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A8025-406B-FF2A-AEDD-197E4785F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8645"/>
            <a:ext cx="12192000" cy="5218318"/>
          </a:xfrm>
        </p:spPr>
        <p:txBody>
          <a:bodyPr>
            <a:normAutofit fontScale="55000" lnSpcReduction="20000"/>
          </a:bodyPr>
          <a:lstStyle/>
          <a:p>
            <a:r>
              <a:rPr lang="en-US" sz="6400" dirty="0"/>
              <a:t>1. </a:t>
            </a:r>
            <a:r>
              <a:rPr lang="en-US" sz="9600" b="1" dirty="0"/>
              <a:t>Do</a:t>
            </a:r>
            <a:r>
              <a:rPr lang="en-US" sz="6400" dirty="0"/>
              <a:t> (D)</a:t>
            </a:r>
          </a:p>
          <a:p>
            <a:r>
              <a:rPr lang="en-US" sz="6400" dirty="0"/>
              <a:t>    - Execute the plan</a:t>
            </a:r>
          </a:p>
          <a:p>
            <a:r>
              <a:rPr lang="en-US" sz="6400" dirty="0"/>
              <a:t>    - Implement changes or solutions</a:t>
            </a:r>
          </a:p>
          <a:p>
            <a:r>
              <a:rPr lang="en-US" sz="6400" dirty="0"/>
              <a:t>    - Collect data and monitor progress</a:t>
            </a:r>
            <a:br>
              <a:rPr lang="en-US" sz="6400" dirty="0"/>
            </a:br>
            <a:endParaRPr lang="en-US" sz="6400" dirty="0"/>
          </a:p>
          <a:p>
            <a:r>
              <a:rPr lang="en-US" sz="6400" dirty="0"/>
              <a:t>1. *Check (C)*</a:t>
            </a:r>
          </a:p>
          <a:p>
            <a:r>
              <a:rPr lang="en-US" sz="6400" dirty="0"/>
              <a:t>    - Evaluate results against goals and KPIs</a:t>
            </a:r>
          </a:p>
          <a:p>
            <a:r>
              <a:rPr lang="en-US" sz="6400" dirty="0"/>
              <a:t>    - Identify successes and areas for improvement</a:t>
            </a:r>
          </a:p>
          <a:p>
            <a:r>
              <a:rPr lang="en-US" sz="6400" dirty="0"/>
              <a:t>    - Analyze data and draw conclusions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93324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A978-3F04-C446-AFA9-4CDDBE00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015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The PDCA (Plan-Do-Check-Act) Cycle</a:t>
            </a:r>
            <a:endParaRPr lang="en-PK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DA7F9-D88C-EA8D-0F02-D4B6578F8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0374"/>
            <a:ext cx="12192000" cy="5707626"/>
          </a:xfrm>
        </p:spPr>
        <p:txBody>
          <a:bodyPr>
            <a:normAutofit/>
          </a:bodyPr>
          <a:lstStyle/>
          <a:p>
            <a:r>
              <a:rPr lang="en-US" sz="5400" dirty="0"/>
              <a:t>1. *Act (A)*</a:t>
            </a:r>
          </a:p>
          <a:p>
            <a:pPr marL="0" indent="0">
              <a:buNone/>
            </a:pPr>
            <a:r>
              <a:rPr lang="en-US" sz="5400" dirty="0"/>
              <a:t>    - Refine and adjust the plan</a:t>
            </a:r>
          </a:p>
          <a:p>
            <a:pPr marL="0" indent="0">
              <a:buNone/>
            </a:pPr>
            <a:r>
              <a:rPr lang="en-US" sz="5400" dirty="0"/>
              <a:t>    - Implement changes based on lessons learned</a:t>
            </a:r>
          </a:p>
          <a:p>
            <a:pPr marL="0" indent="0">
              <a:buNone/>
            </a:pPr>
            <a:r>
              <a:rPr lang="en-US" sz="5400" dirty="0"/>
              <a:t>    - Standardize and sustain improvements</a:t>
            </a:r>
          </a:p>
          <a:p>
            <a:pPr marL="0" indent="0">
              <a:buNone/>
            </a:pPr>
            <a:br>
              <a:rPr lang="en-US" sz="2400" dirty="0"/>
            </a:b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34720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20FC-938C-6156-D5C7-9AFAC0AF6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2087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*PDCA Cycle Benefits:*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C02C7-A20F-ACF8-2898-81E54E5E6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39" y="1371600"/>
            <a:ext cx="11960942" cy="5486400"/>
          </a:xfrm>
        </p:spPr>
        <p:txBody>
          <a:bodyPr>
            <a:normAutofit fontScale="77500" lnSpcReduction="20000"/>
          </a:bodyPr>
          <a:lstStyle/>
          <a:p>
            <a:r>
              <a:rPr lang="en-US" sz="7000" dirty="0"/>
              <a:t>1. Encourages continuous improvement</a:t>
            </a:r>
          </a:p>
          <a:p>
            <a:r>
              <a:rPr lang="en-US" sz="7000" dirty="0"/>
              <a:t>2. Fosters problem-solving and critical thinking</a:t>
            </a:r>
          </a:p>
          <a:p>
            <a:r>
              <a:rPr lang="en-US" sz="7000" dirty="0"/>
              <a:t>3. Enhances collaboration and communication</a:t>
            </a:r>
          </a:p>
          <a:p>
            <a:r>
              <a:rPr lang="en-US" sz="7000" dirty="0"/>
              <a:t>4. Reduces waste and errors</a:t>
            </a:r>
          </a:p>
          <a:p>
            <a:r>
              <a:rPr lang="en-US" sz="7000" dirty="0"/>
              <a:t>5. Improves quality and efficiency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3693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A8DB-7448-74D1-4FE8-23468813C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24115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*PDCA Cycle Applications:*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FF781-EDBF-1DDD-B528-CA4619256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2102"/>
            <a:ext cx="12192000" cy="5515897"/>
          </a:xfrm>
        </p:spPr>
        <p:txBody>
          <a:bodyPr>
            <a:normAutofit fontScale="85000" lnSpcReduction="20000"/>
          </a:bodyPr>
          <a:lstStyle/>
          <a:p>
            <a:r>
              <a:rPr lang="en-US" sz="7800" dirty="0"/>
              <a:t>1. Quality management</a:t>
            </a:r>
          </a:p>
          <a:p>
            <a:r>
              <a:rPr lang="en-US" sz="7800" dirty="0"/>
              <a:t>2. Process improvement</a:t>
            </a:r>
          </a:p>
          <a:p>
            <a:r>
              <a:rPr lang="en-US" sz="7800" dirty="0"/>
              <a:t>3. Problem-solving</a:t>
            </a:r>
          </a:p>
          <a:p>
            <a:r>
              <a:rPr lang="en-US" sz="7800" dirty="0"/>
              <a:t>4. Innovation and innovation management</a:t>
            </a:r>
          </a:p>
          <a:p>
            <a:r>
              <a:rPr lang="en-US" sz="7800" dirty="0"/>
              <a:t>5. Project management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67247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36E5A-E99D-76E6-B952-CC2391A2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7638"/>
          </a:xfrm>
        </p:spPr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PDCA Cycle Tools and Techniques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0A19-B81E-D985-EE09-88D385662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8864"/>
            <a:ext cx="12192000" cy="5619135"/>
          </a:xfrm>
        </p:spPr>
        <p:txBody>
          <a:bodyPr>
            <a:normAutofit/>
          </a:bodyPr>
          <a:lstStyle/>
          <a:p>
            <a:r>
              <a:rPr lang="en-US" sz="4800" dirty="0"/>
              <a:t>1. Fishbone Diagrams (Ishikawa)</a:t>
            </a:r>
          </a:p>
          <a:p>
            <a:r>
              <a:rPr lang="en-US" sz="4800" dirty="0"/>
              <a:t>2. Pareto Analysis</a:t>
            </a:r>
          </a:p>
          <a:p>
            <a:r>
              <a:rPr lang="en-US" sz="4800" dirty="0"/>
              <a:t>3. Root Cause Analysis (RCA)</a:t>
            </a:r>
          </a:p>
          <a:p>
            <a:r>
              <a:rPr lang="en-US" sz="4800" dirty="0"/>
              <a:t>4. SWOT Analysis</a:t>
            </a:r>
          </a:p>
          <a:p>
            <a:r>
              <a:rPr lang="en-US" sz="4800" dirty="0"/>
              <a:t>5. Mind Mapping</a:t>
            </a:r>
          </a:p>
          <a:p>
            <a:r>
              <a:rPr lang="en-US" sz="4800" dirty="0"/>
              <a:t>6. Brainstorming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01967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363C-F8F3-FE80-4B3F-758C95E0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7638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PDCA Cycle Best Practices:*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98B8E-E0EC-B9CE-912B-17D53F221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4116"/>
            <a:ext cx="12192000" cy="5633884"/>
          </a:xfrm>
        </p:spPr>
        <p:txBody>
          <a:bodyPr>
            <a:normAutofit fontScale="77500" lnSpcReduction="20000"/>
          </a:bodyPr>
          <a:lstStyle/>
          <a:p>
            <a:r>
              <a:rPr lang="en-US" sz="7100" dirty="0"/>
              <a:t>1. Establish clear goals and metrics</a:t>
            </a:r>
          </a:p>
          <a:p>
            <a:r>
              <a:rPr lang="en-US" sz="7100" dirty="0"/>
              <a:t>2. Engage stakeholders and team members</a:t>
            </a:r>
          </a:p>
          <a:p>
            <a:r>
              <a:rPr lang="en-US" sz="7100" dirty="0"/>
              <a:t>3. Foster a culture of continuous improvement</a:t>
            </a:r>
          </a:p>
          <a:p>
            <a:r>
              <a:rPr lang="en-US" sz="7100" dirty="0"/>
              <a:t>4. Monitor and evaluate progress</a:t>
            </a:r>
          </a:p>
          <a:p>
            <a:r>
              <a:rPr lang="en-US" sz="7100" dirty="0"/>
              <a:t>5. Recognize and reward successes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37852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D4CD-F7FD-F8B3-6BC4-BA9FD998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2889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*PDCA Cycle Example:*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22565-47E3-E91F-6604-A3D273D25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7858"/>
            <a:ext cx="12192000" cy="5560141"/>
          </a:xfrm>
        </p:spPr>
        <p:txBody>
          <a:bodyPr>
            <a:normAutofit lnSpcReduction="10000"/>
          </a:bodyPr>
          <a:lstStyle/>
          <a:p>
            <a:r>
              <a:rPr lang="en-US" sz="6000" dirty="0"/>
              <a:t>Problem: Reduce production time by 20%</a:t>
            </a:r>
            <a:br>
              <a:rPr lang="en-US" sz="6000" dirty="0"/>
            </a:br>
            <a:endParaRPr lang="en-US" sz="6000" dirty="0"/>
          </a:p>
          <a:p>
            <a:r>
              <a:rPr lang="en-US" sz="6000" dirty="0"/>
              <a:t>Plan: Identify bottlenecks, optimize workflows</a:t>
            </a:r>
          </a:p>
          <a:p>
            <a:r>
              <a:rPr lang="en-US" sz="6000" dirty="0"/>
              <a:t>Do: Implement changes, collect data</a:t>
            </a:r>
            <a:br>
              <a:rPr lang="en-US" sz="6000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5914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337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The PDCA (Plan-Do-Check-Act) Cycle</vt:lpstr>
      <vt:lpstr>The PDCA (Plan-Do-Check-Act) Cycle</vt:lpstr>
      <vt:lpstr>The PDCA (Plan-Do-Check-Act) Cycle</vt:lpstr>
      <vt:lpstr>*PDCA Cycle Benefits:*</vt:lpstr>
      <vt:lpstr>*PDCA Cycle Applications:*</vt:lpstr>
      <vt:lpstr>PDCA Cycle Tools and Techniques</vt:lpstr>
      <vt:lpstr>PDCA Cycle Best Practices:*</vt:lpstr>
      <vt:lpstr>*PDCA Cycle Example:*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32</cp:revision>
  <dcterms:created xsi:type="dcterms:W3CDTF">2024-09-24T05:09:28Z</dcterms:created>
  <dcterms:modified xsi:type="dcterms:W3CDTF">2024-10-06T07:26:50Z</dcterms:modified>
</cp:coreProperties>
</file>