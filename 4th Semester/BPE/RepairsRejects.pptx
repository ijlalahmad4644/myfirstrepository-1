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48B1-947E-4DFA-A57A-BA9A9A3F7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A52BF-013E-46F1-8EA7-41A4FF8CA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0D08F-5545-42D5-A9A5-0F5D172F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A3132-947C-4045-A381-350C1B83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5764A-A0DC-4F2F-B7D6-3F8AC712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7ED5-C4DA-4B11-A945-6F0D93A4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ED6B-B1EB-425B-B33F-49C95F268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7782A-C8F4-401B-A02D-F193C8FB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C8971-7073-42D8-B24D-DFE4C887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B71F4-050D-4DA3-8244-6E41CDA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1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20DA-99AE-441B-B1A5-4C8767F9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9555C-259E-4895-A981-C7CA424B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6A07F-A887-4CFF-9EA7-57B363D4D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7BC1C-50D2-4B8D-99E3-921008DE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248AC-34D7-456B-B00A-80E7A1DD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2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A6D8-CFAF-4371-B05B-0E2319E4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4F25-F184-4C86-A5D8-19F66473B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74A38-8B30-498F-9F84-B23CF6D88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202E-1821-4436-A0FC-75E815BB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11AFC-F58C-43F7-8A22-761E12DB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E1CC3-EEB0-4CE2-8D18-FBCCCA7F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1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1EC73-74FF-4DDE-B2E2-B21DDBAF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8E8BE-59AE-470C-8F46-6D887DB75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E74DB-07AB-46CC-B531-3A31F327D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E6012-E317-45CB-84E8-26FAA800F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EAFA5-CDE2-40E7-90F7-EF1FB49C0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C0A63-D128-473E-B8BB-4BE86AAC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3650D-0DF7-432C-B2B0-011E200F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A6A79-078B-4B99-9700-4E8735CA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D371-C7CE-4380-BD8B-4C81E790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5A5E5-4D26-4DBD-A3C5-C992C117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2F2C1-989F-4BD0-933E-46A8076B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2ADFE-DE58-44C7-9157-6EEFED39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83577-8D80-473D-A612-673D0A72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88CAB-ADFC-4E0E-BD60-649A5BC5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4EE2B-A28E-4DA1-BFE8-B493BB20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9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6B9C-A7E9-42A6-9039-EBFD5852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D36C-575C-4341-8358-6D1246818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054ED-F519-4C72-A227-C887B2763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9610F-C491-44A3-AC26-56523A19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0BD45-74A8-4B78-AD92-FFDA1910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51AE7-B5FA-4B28-B29A-78D5CB65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2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0AEB-F733-4830-BD9F-909D1B13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3BB0B-83E5-49CC-8118-45E249838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00F9A-3D0F-4A59-8E3C-B0214C778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26C06-6C4D-4521-8B83-9CE6A0D4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7489A-7DA8-45CB-9E8C-0A26CD8B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4EDC7-CB9F-4858-B682-219D5917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9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283B-C9F0-485E-9B82-F083E749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1267F-558A-4141-A0E1-E52356F6E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3281D-5495-4B33-8A10-FCCB91A6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AAB02-7A4D-4A93-A601-0A46BF68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295E8-654E-4486-92DF-F1C0474B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3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B201D-798D-4BDD-87F2-32AC97343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BAED7-77D7-42BA-ACDD-F6D2B0522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C2F06-E22D-4290-BD8F-CD0D7CC3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C4E63-12E7-4952-8C46-2C2AC26F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64DFA-660C-405B-BDDE-8A8C9387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9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50C31-6518-4AE4-9780-28CFB65E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D80EA-F2FF-4C25-A896-B0949751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72921-E6C6-4199-A623-6D04F214C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74420-9034-44B5-B9D8-6C4ED1CEBAFC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9AC95-82C3-418C-BA70-6D19A576E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F328A-28B2-4AA8-9047-0DABB893A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67038-69C4-4165-84A5-D88F6AF58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0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028F-7E53-429F-9AE6-984CD33D4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47710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Repairs/Rejects is one of the eight wastes (MUDA)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62BC2-7E8D-46CA-9489-199014371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77108"/>
            <a:ext cx="12192000" cy="53808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Repairs/Rejects is one of the eight wastes (MUDA) in Business Process Excellence (BPE) and Lean Manufacturing.</a:t>
            </a:r>
          </a:p>
          <a:p>
            <a:r>
              <a:rPr lang="en-US" dirty="0"/>
              <a:t>*Definition:*</a:t>
            </a:r>
          </a:p>
          <a:p>
            <a:r>
              <a:rPr lang="en-US" dirty="0"/>
              <a:t>Defective products or services that require rework, repair, or replacement, resulting in unnecessary costs, time, and resources.</a:t>
            </a:r>
          </a:p>
          <a:p>
            <a:r>
              <a:rPr lang="en-US" dirty="0"/>
              <a:t>*Types of Repairs/Rejects:*</a:t>
            </a:r>
          </a:p>
          <a:p>
            <a:r>
              <a:rPr lang="en-US" dirty="0"/>
              <a:t>1. Product defects</a:t>
            </a:r>
          </a:p>
          <a:p>
            <a:r>
              <a:rPr lang="en-US" dirty="0"/>
              <a:t>2. Service failures</a:t>
            </a:r>
          </a:p>
          <a:p>
            <a:r>
              <a:rPr lang="en-US" dirty="0"/>
              <a:t>3. Quality control issues</a:t>
            </a:r>
          </a:p>
          <a:p>
            <a:r>
              <a:rPr lang="en-US" dirty="0"/>
              <a:t>4. Design flaws</a:t>
            </a:r>
          </a:p>
          <a:p>
            <a:r>
              <a:rPr lang="en-US" dirty="0"/>
              <a:t>5. Material defects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22BD-D61B-4443-ADF0-FEC69FDE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4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Causes of Repairs/Rejects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AA51A-6D45-4542-9B7E-0D48A721C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009"/>
            <a:ext cx="12192000" cy="5135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Poor design</a:t>
            </a:r>
          </a:p>
          <a:p>
            <a:r>
              <a:rPr lang="en-US" dirty="0"/>
              <a:t>2. Insufficient training</a:t>
            </a:r>
          </a:p>
          <a:p>
            <a:r>
              <a:rPr lang="en-US" dirty="0"/>
              <a:t>3. Inadequate quality control</a:t>
            </a:r>
          </a:p>
          <a:p>
            <a:r>
              <a:rPr lang="en-US" dirty="0"/>
              <a:t>4. Substandard materials</a:t>
            </a:r>
          </a:p>
          <a:p>
            <a:r>
              <a:rPr lang="en-US" dirty="0"/>
              <a:t>5. Inefficient processes</a:t>
            </a:r>
          </a:p>
          <a:p>
            <a:r>
              <a:rPr lang="en-US" dirty="0"/>
              <a:t>6. Human error</a:t>
            </a:r>
          </a:p>
          <a:p>
            <a:r>
              <a:rPr lang="en-US" dirty="0"/>
              <a:t>7. Lack of standardization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03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887F-1F3B-474E-AB28-F40A7626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75"/>
            <a:ext cx="10515600" cy="94253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Consequences of Repairs/Rejects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6BAB-EB09-47D6-AFFC-34B959926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535"/>
            <a:ext cx="12192000" cy="52344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Increased costs</a:t>
            </a:r>
          </a:p>
          <a:p>
            <a:r>
              <a:rPr lang="en-US" dirty="0"/>
              <a:t>2. Reduced productivity</a:t>
            </a:r>
          </a:p>
          <a:p>
            <a:r>
              <a:rPr lang="en-US" dirty="0"/>
              <a:t>3. Delayed delivery</a:t>
            </a:r>
          </a:p>
          <a:p>
            <a:r>
              <a:rPr lang="en-US" dirty="0"/>
              <a:t>4. Customer dissatisfaction</a:t>
            </a:r>
          </a:p>
          <a:p>
            <a:r>
              <a:rPr lang="en-US" dirty="0"/>
              <a:t>5. Damage to reputation</a:t>
            </a:r>
          </a:p>
          <a:p>
            <a:r>
              <a:rPr lang="en-US" dirty="0"/>
              <a:t>6. Reduced quality</a:t>
            </a:r>
          </a:p>
          <a:p>
            <a:r>
              <a:rPr lang="en-US" dirty="0"/>
              <a:t>7. Financial losses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77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AC59-E6AC-4714-B4C8-5D0D47E0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Solutions to Repairs/Rejects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0E522-7AB7-428D-9531-7C0610ACA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Implement Total Quality Management (TQM)</a:t>
            </a:r>
          </a:p>
          <a:p>
            <a:r>
              <a:rPr lang="en-US" dirty="0"/>
              <a:t>2. Conduct root cause analysis</a:t>
            </a:r>
          </a:p>
          <a:p>
            <a:r>
              <a:rPr lang="en-US" dirty="0"/>
              <a:t>3. Improve design and development</a:t>
            </a:r>
          </a:p>
          <a:p>
            <a:r>
              <a:rPr lang="en-US" dirty="0"/>
              <a:t>4. Enhance training and skill development</a:t>
            </a:r>
          </a:p>
          <a:p>
            <a:r>
              <a:rPr lang="en-US" dirty="0"/>
              <a:t>5. Implement quality control checks</a:t>
            </a:r>
          </a:p>
          <a:p>
            <a:r>
              <a:rPr lang="en-US" dirty="0"/>
              <a:t>6. Standardize processes</a:t>
            </a:r>
          </a:p>
          <a:p>
            <a:r>
              <a:rPr lang="en-US" dirty="0"/>
              <a:t>7. Reduce variability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5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2320-9591-4181-8BF0-F88A004B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473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BPE Tools to Address Repairs/Rejects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A0932-9E0D-40FF-9B5B-02E316272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9994"/>
            <a:ext cx="11353800" cy="5346969"/>
          </a:xfrm>
        </p:spPr>
        <p:txBody>
          <a:bodyPr>
            <a:normAutofit/>
          </a:bodyPr>
          <a:lstStyle/>
          <a:p>
            <a:r>
              <a:rPr lang="en-US" dirty="0"/>
              <a:t>1. Failure Mode and Effects Analysis (FMEA)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Total Productive Maintenance (TPM)</a:t>
            </a:r>
          </a:p>
          <a:p>
            <a:r>
              <a:rPr lang="en-US" dirty="0"/>
              <a:t>7. Continuous Improvement (Kaizen)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908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263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Repairs/Rejects is one of the eight wastes (MUDA)</vt:lpstr>
      <vt:lpstr>Causes of Repairs/Rejects</vt:lpstr>
      <vt:lpstr>Consequences of Repairs/Rejects</vt:lpstr>
      <vt:lpstr>Solutions to Repairs/Rejects</vt:lpstr>
      <vt:lpstr>BPE Tools to Address Repairs/Rejects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</cp:revision>
  <dcterms:created xsi:type="dcterms:W3CDTF">2024-12-01T14:49:34Z</dcterms:created>
  <dcterms:modified xsi:type="dcterms:W3CDTF">2024-12-07T14:36:57Z</dcterms:modified>
</cp:coreProperties>
</file>