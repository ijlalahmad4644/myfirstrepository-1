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9CC8-078A-1CFD-5AD0-EC32324E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B7942-D44A-1924-4BA2-B4426C8DB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4E20-3054-BE4D-FD1F-8C2ACC22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65FCD-6A12-1CB0-C5C9-37BBCADE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6EBDF-0B8D-BB62-2F10-2F2F67C1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0054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2909-942E-F5B5-9045-A0307675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8793F-8D71-F9E5-3022-D18D2B14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A44E-0D79-5A47-BD4E-C901A6DD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22ABB-33EF-6057-5E54-E8AF446B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1D53-AB02-5717-BEDF-A244A8E0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725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3117-190B-B814-F598-B395AED2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2860E-2308-D9FE-EF20-733E23B0F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AC778-27CB-8B00-F0F0-45EDC552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A0309-7638-AACA-12F5-EE6A470F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54117-34C5-0C1B-E55E-10AEA2F2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240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57CC-4245-872D-48F9-A9F9BB9E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A91D8-2486-906C-DB7B-C0CBAD591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961F9-DF65-2317-03A7-C675A4A65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A55E3-3BA1-1004-2143-17138A80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93782-35F1-AA61-D939-744ADDA4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9C4F1-0E1F-C2DF-0ABA-6E7B8F23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005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98E8-6F7E-63F5-7B5F-5644C974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0A5CF-33C4-156B-A42A-93C69593C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C801D-46FD-B759-3535-7401AAFF9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86989-A0E5-5BBE-F9CF-87D8ACEF9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E7942-BBEE-731E-482D-EE84EC715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9C02E-2CE3-0283-DED5-56B2EEA3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4FFB2-3468-B721-33E6-FB5BFD30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4DE055-3808-7558-65D1-4EF78A7A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901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7403D-3FE3-0B6E-E86E-29CE6212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7D9DC-318D-07EF-95BD-B3D9A1D5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644C2-2CAC-E489-3938-387A1966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2070A-ADD3-536C-E661-7D6707AD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359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1D522-D4E6-CDB4-8060-89D2E23E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4365F-0F73-367C-4FAC-37FF9556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25E16-FAC3-79E5-C443-33A303B5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8662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DB96-656F-6D4B-E271-F1E631C1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3E1F-8DD3-3725-5C5E-59EFE652B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BCF71-FCB3-8618-EC29-03FA22E20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97DA-CD41-4668-66A8-F9983C31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7522A-4B4A-DCF6-89A1-011C42D5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3D37A-3855-5575-1264-4990B2B6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867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3B67-5DD8-99C7-D0FF-5D0F3600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BFBE6-96E4-6525-3652-2E08AA42A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AC81-4A88-AEAF-B97F-74A7DD0AB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C6B3F-9CEC-5AC3-D605-81E71DAE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F82A2-0EAD-D848-6FB2-C9B69E9A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6605-8CF4-58E4-E570-7952641E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632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31C9-9A2B-8A25-26CC-32F20360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C3E7A-0C41-D4C1-39C3-FDB2D2C8C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89411-BC8E-33E4-8B29-3F16642A6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0641-349C-3E31-081B-12CD7E80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1014A-1BBA-7DAC-3890-101C0888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1495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42CF6-2366-1505-49B4-D08B1B025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19039-EB51-5690-DA2C-722B1FC22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448E-9CF9-090D-9555-422659F13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8128D-58A0-579B-81A7-60D3099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A7A84-885C-89D6-1677-275C3DFC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036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E4908-F11B-35BA-6ACF-D4732C7F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C1A7E-840E-E18B-6B1B-293920EA7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21BF1-B43C-34FD-603F-9C7FA9BC8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FBB69-9F74-4B55-946A-C3A6122CFBDD}" type="datetimeFigureOut">
              <a:rPr lang="en-PK" smtClean="0"/>
              <a:t>07/10/2024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C4C79-BF5F-230B-4808-AE2972CE8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F366-045F-71A0-D9AC-FEB03DAA3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010E0-1555-4E9F-8761-632F5E7911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546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B818-432D-4578-D481-88CF41804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0913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More information on Kaizen Events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705BC-2243-C225-B9E7-72ECF05BD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91382"/>
            <a:ext cx="12192000" cy="5766618"/>
          </a:xfrm>
        </p:spPr>
        <p:txBody>
          <a:bodyPr>
            <a:normAutofit lnSpcReduction="10000"/>
          </a:bodyPr>
          <a:lstStyle/>
          <a:p>
            <a:r>
              <a:rPr lang="en-US" sz="7200" dirty="0"/>
              <a:t>Planning a Kaizen Event</a:t>
            </a:r>
          </a:p>
          <a:p>
            <a:r>
              <a:rPr lang="en-US" sz="5400" dirty="0"/>
              <a:t>1. Define objectives and scope</a:t>
            </a:r>
          </a:p>
          <a:p>
            <a:r>
              <a:rPr lang="en-US" sz="5400" dirty="0"/>
              <a:t>2. Identify team members (6-12 people)</a:t>
            </a:r>
          </a:p>
          <a:p>
            <a:r>
              <a:rPr lang="en-US" sz="5400" dirty="0"/>
              <a:t>3. Gather data and metrics</a:t>
            </a:r>
          </a:p>
          <a:p>
            <a:r>
              <a:rPr lang="en-US" sz="5400" dirty="0"/>
              <a:t>4. Schedule event (2-5 days)</a:t>
            </a:r>
          </a:p>
          <a:p>
            <a:r>
              <a:rPr lang="en-US" sz="5400" dirty="0"/>
              <a:t>5. Prepare agenda and materials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7115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E828-F842-5043-8D9B-EA5B8337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188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Kaizen Event Agenda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AD5A2-6841-1C37-37B5-86F0ED0B1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3110"/>
            <a:ext cx="12192000" cy="5574889"/>
          </a:xfrm>
        </p:spPr>
        <p:txBody>
          <a:bodyPr>
            <a:normAutofit fontScale="77500" lnSpcReduction="20000"/>
          </a:bodyPr>
          <a:lstStyle/>
          <a:p>
            <a:r>
              <a:rPr lang="en-US" sz="5200" dirty="0"/>
              <a:t>Day 1:</a:t>
            </a:r>
          </a:p>
          <a:p>
            <a:r>
              <a:rPr lang="en-US" sz="5200" dirty="0"/>
              <a:t>1. Introduction and training</a:t>
            </a:r>
          </a:p>
          <a:p>
            <a:r>
              <a:rPr lang="en-US" sz="5200" dirty="0"/>
              <a:t>2. Problem definition and analysis</a:t>
            </a:r>
          </a:p>
          <a:p>
            <a:r>
              <a:rPr lang="en-US" sz="5200" dirty="0"/>
              <a:t>3. Data review and goal-setting</a:t>
            </a:r>
          </a:p>
          <a:p>
            <a:pPr marL="0" indent="0">
              <a:buNone/>
            </a:pPr>
            <a:endParaRPr lang="en-US" sz="5200" dirty="0"/>
          </a:p>
          <a:p>
            <a:r>
              <a:rPr lang="en-US" sz="5200" dirty="0"/>
              <a:t>Day 2:</a:t>
            </a:r>
          </a:p>
          <a:p>
            <a:r>
              <a:rPr lang="en-US" sz="5200" dirty="0"/>
              <a:t>1. Root cause analysis</a:t>
            </a:r>
          </a:p>
          <a:p>
            <a:r>
              <a:rPr lang="en-US" sz="5200" dirty="0"/>
              <a:t>2. Solution generation</a:t>
            </a:r>
          </a:p>
          <a:p>
            <a:r>
              <a:rPr lang="en-US" sz="5200" dirty="0"/>
              <a:t>3. Idea prioritization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6673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FF35-8748-5C74-9339-7BDEE81D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Kaizen Event Agenda</a:t>
            </a:r>
            <a:endParaRPr lang="en-PK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F97B-FD50-2CD0-9CD7-BC7844E8C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4116"/>
            <a:ext cx="12192000" cy="5633884"/>
          </a:xfrm>
        </p:spPr>
        <p:txBody>
          <a:bodyPr>
            <a:normAutofit/>
          </a:bodyPr>
          <a:lstStyle/>
          <a:p>
            <a:r>
              <a:rPr lang="en-US" sz="4800" dirty="0"/>
              <a:t>Day 3:</a:t>
            </a:r>
          </a:p>
          <a:p>
            <a:r>
              <a:rPr lang="en-US" sz="4800" dirty="0"/>
              <a:t>1. Solution design and prototyping</a:t>
            </a:r>
          </a:p>
          <a:p>
            <a:r>
              <a:rPr lang="en-US" sz="4800" dirty="0"/>
              <a:t>2. Implementation planning</a:t>
            </a:r>
          </a:p>
          <a:p>
            <a:r>
              <a:rPr lang="en-US" sz="4800" dirty="0"/>
              <a:t>Day 4-5:</a:t>
            </a:r>
          </a:p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Implementation and testing</a:t>
            </a:r>
          </a:p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Evaluation and feedback</a:t>
            </a:r>
          </a:p>
          <a:p>
            <a:endParaRPr lang="en-US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360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BCB4-1E26-9248-26F0-EA2EA117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5625"/>
          </a:xfrm>
        </p:spPr>
        <p:txBody>
          <a:bodyPr>
            <a:normAutofit/>
          </a:bodyPr>
          <a:lstStyle/>
          <a:p>
            <a:pPr algn="ctr"/>
            <a:r>
              <a:rPr lang="en-US" sz="60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Kaizen Event Tools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E1C4-AAE1-F446-27AD-73C9ACECC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02890"/>
            <a:ext cx="11353800" cy="5855109"/>
          </a:xfrm>
        </p:spPr>
        <p:txBody>
          <a:bodyPr>
            <a:normAutofit/>
          </a:bodyPr>
          <a:lstStyle/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Fishbone Diagrams (Ishikawa)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Pareto Analysis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Value Stream Mapping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Brainstorming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PDCA (Plan-Do-Check-Act</a:t>
            </a:r>
            <a:r>
              <a:rPr lang="en-US" sz="44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 cycle</a:t>
            </a:r>
            <a:endParaRPr lang="en-US" sz="44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6. SWOT Analysis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7. Root Cause Analysis</a:t>
            </a:r>
          </a:p>
          <a:p>
            <a:endParaRPr lang="en-PK" dirty="0"/>
          </a:p>
          <a:p>
            <a:pPr algn="l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18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056A-0AA3-1DFD-1FD9-5765244B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10515600" cy="914399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Kaizen Event Roles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7010-B82E-7577-ACCC-BA018DB3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Facilitator</a:t>
            </a:r>
          </a:p>
          <a:p>
            <a:r>
              <a:rPr lang="en-US" sz="5800" dirty="0"/>
              <a:t>2. Team Leader</a:t>
            </a:r>
          </a:p>
          <a:p>
            <a:r>
              <a:rPr lang="en-US" sz="5800" dirty="0"/>
              <a:t>3. Sponsor</a:t>
            </a:r>
          </a:p>
          <a:p>
            <a:r>
              <a:rPr lang="en-US" sz="5800" dirty="0"/>
              <a:t>4. Team Members</a:t>
            </a:r>
          </a:p>
          <a:p>
            <a:r>
              <a:rPr lang="en-US" sz="5800" dirty="0"/>
              <a:t>5. Subject Matter Experts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4360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8F41-5F9B-8B50-8CCC-2EF9A087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2386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Kaizen Event Challenges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1ED92-AFAB-BC62-A560-1F7D50DEC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5800" dirty="0"/>
              <a:t>1. Resistance to change</a:t>
            </a:r>
          </a:p>
          <a:p>
            <a:r>
              <a:rPr lang="en-US" sz="5800" dirty="0"/>
              <a:t>2. Limited resources</a:t>
            </a:r>
          </a:p>
          <a:p>
            <a:r>
              <a:rPr lang="en-US" sz="5800" dirty="0"/>
              <a:t>3. Difficulty sustaining improvements</a:t>
            </a:r>
          </a:p>
          <a:p>
            <a:r>
              <a:rPr lang="en-US" sz="5800" dirty="0"/>
              <a:t>4. Insufficient training</a:t>
            </a:r>
          </a:p>
          <a:p>
            <a:r>
              <a:rPr lang="en-US" sz="5800" dirty="0"/>
              <a:t>5. Poor communication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6604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2CFC-7C4F-49F1-3961-49D714DE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6631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Overcoming Challenges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52B40-B35B-DE41-CC89-46E15CBC3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Effective communication</a:t>
            </a:r>
          </a:p>
          <a:p>
            <a:r>
              <a:rPr lang="en-US" sz="5800" dirty="0"/>
              <a:t>2. Stakeholder engagement</a:t>
            </a:r>
          </a:p>
          <a:p>
            <a:r>
              <a:rPr lang="en-US" sz="5800" dirty="0"/>
              <a:t>3. Continuous training</a:t>
            </a:r>
          </a:p>
          <a:p>
            <a:r>
              <a:rPr lang="en-US" sz="5800" dirty="0"/>
              <a:t>4. Regular feedback</a:t>
            </a:r>
          </a:p>
          <a:p>
            <a:r>
              <a:rPr lang="en-US" sz="5800" dirty="0"/>
              <a:t>5. Celebration of successes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514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0EEB-2019-A164-E3A8-86CB99A1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6631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Kaizen Event Metrics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C6A1-ED5B-10AD-0068-84607844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Lead time reduction</a:t>
            </a:r>
          </a:p>
          <a:p>
            <a:r>
              <a:rPr lang="en-US" sz="5800" dirty="0"/>
              <a:t>2. Productivity increase</a:t>
            </a:r>
          </a:p>
          <a:p>
            <a:r>
              <a:rPr lang="en-US" sz="5800" dirty="0"/>
              <a:t>3. Quality improvement</a:t>
            </a:r>
          </a:p>
          <a:p>
            <a:r>
              <a:rPr lang="en-US" sz="5800" dirty="0"/>
              <a:t>4. Cost savings</a:t>
            </a:r>
          </a:p>
          <a:p>
            <a:r>
              <a:rPr lang="en-US" sz="5800" dirty="0"/>
              <a:t>5. Employee engagement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3218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8D6D-E2E0-77B3-4F66-93FB257C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Case Study Examples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4FAA-D7B2-29EB-5864-5F214CE21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5800" dirty="0"/>
              <a:t>1. Hospital reduces patient wait time by 40%</a:t>
            </a:r>
          </a:p>
          <a:p>
            <a:r>
              <a:rPr lang="en-US" sz="5800" dirty="0"/>
              <a:t>2. Manufacturing plant increases productivity by 25%</a:t>
            </a:r>
          </a:p>
          <a:p>
            <a:r>
              <a:rPr lang="en-US" sz="5800" dirty="0"/>
              <a:t>3. Software company reduces defect rate by 30%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4899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283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More information on Kaizen Events</vt:lpstr>
      <vt:lpstr>Kaizen Event Agenda</vt:lpstr>
      <vt:lpstr>Kaizen Event Agenda</vt:lpstr>
      <vt:lpstr>Kaizen Event Tools</vt:lpstr>
      <vt:lpstr>Kaizen Event Roles</vt:lpstr>
      <vt:lpstr>Kaizen Event Challenges</vt:lpstr>
      <vt:lpstr>Overcoming Challenges</vt:lpstr>
      <vt:lpstr>Kaizen Event Metrics</vt:lpstr>
      <vt:lpstr>Case Study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27</cp:revision>
  <dcterms:created xsi:type="dcterms:W3CDTF">2024-09-22T13:49:34Z</dcterms:created>
  <dcterms:modified xsi:type="dcterms:W3CDTF">2024-10-07T03:08:59Z</dcterms:modified>
</cp:coreProperties>
</file>