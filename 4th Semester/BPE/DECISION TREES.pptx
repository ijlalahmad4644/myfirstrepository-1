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083E8-1D37-42E4-9321-56582E9321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253A7E-08F2-40D3-B05E-939986450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615CBA-4588-45E3-9DC3-81898459F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3F80A-C319-4EE7-9629-FE43708A1E84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BF8582-6ADE-44EC-806D-9B919063E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846D8E-4A9D-4407-8CAB-20D5A998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A84F6-D16E-4D7A-8624-76D0E55BD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99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6109F-C5B6-4700-959B-BFBF720A1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F0198-B0CF-407F-AC74-4E0A60E92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D7202-31B5-482F-BD3C-80AC3ED51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3F80A-C319-4EE7-9629-FE43708A1E84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14F17B-4EED-4E2B-86C4-A12A7B9A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88DFA4-121F-4004-B3D2-2E85E9BF3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A84F6-D16E-4D7A-8624-76D0E55BD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892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3A719-2E35-49C0-8EBD-29D915BC7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A7F471-B8EB-4E39-80ED-F347C7BC8A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14F89-A0CD-48B3-8281-E8E8F4DEF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3F80A-C319-4EE7-9629-FE43708A1E84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F3777-AA2E-4811-9BD7-822723D63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227141-70A1-4854-BCB0-C0FA33D20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A84F6-D16E-4D7A-8624-76D0E55BD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749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961CC-780B-481E-9ABF-614C79E46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F60C6-EA24-49DA-BF7B-C7D15B0DB3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4CE858-8D8C-488F-A951-8985D7702F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2184B8-8C92-46FA-A946-3894767CC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3F80A-C319-4EE7-9629-FE43708A1E84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2B9115-78BF-433E-8BAD-CA02725E1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13A90A-C14A-4CA5-B0BA-FF18E305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A84F6-D16E-4D7A-8624-76D0E55BD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642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5244A-BD83-4870-A7E6-5AE10084C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04254A-AAE0-4A38-8F35-5FBD1B5DB8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1A8F53-3B4F-460B-81F3-BFB2325EBA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92D030-A59A-4AFF-80C8-0F0ACA51FC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3036F9-07E6-4C2D-9390-7C2E8EC882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69EBE5-F567-448E-8364-F392197AD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3F80A-C319-4EE7-9629-FE43708A1E84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ECDB55-9AC5-46C1-B7BC-256869072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FF9EB6-34FE-4F03-94C9-5AD805B17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A84F6-D16E-4D7A-8624-76D0E55BD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788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6240B-00C2-4D4A-8A43-E5924CF38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F60A45-6A7F-4E64-8BF3-AFC775D68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3F80A-C319-4EE7-9629-FE43708A1E84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4C06FC-4A7F-45E7-9CF9-C214C0C52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482EC7-976B-44FC-A06A-CB5C72EBA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A84F6-D16E-4D7A-8624-76D0E55BD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792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C24874-65A6-4554-AF84-9A610275C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3F80A-C319-4EE7-9629-FE43708A1E84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677AF7-4608-4BAE-8EFD-57DE3ADA6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4B62A9-DAD4-4F78-B5C0-089C867FD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A84F6-D16E-4D7A-8624-76D0E55BD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493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8EB17-0908-48D4-9563-EB6AFDE29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ACE21-18B4-4711-BC53-EC4364C5E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6D4E20-BD74-43E1-AFB8-2EDB850D0C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ACC15E-2684-4B03-A126-12DEC6E28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3F80A-C319-4EE7-9629-FE43708A1E84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E99988-A93F-491C-ACA1-3077A6DF5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E66C89-D8FA-47D2-8387-9DEB715C6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A84F6-D16E-4D7A-8624-76D0E55BD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343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C61BB-55D5-4445-A6EB-7DD5CA250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F4DFD8-D532-4B07-99BD-A4DDA42EE8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3D8E63-B049-4D49-B1E2-504D46BDB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49D3F2-700C-40E9-A9C0-91B012879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3F80A-C319-4EE7-9629-FE43708A1E84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1EA334-C44A-4152-9861-8E450E28E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81C539-DE82-461C-93EF-48D744B7C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A84F6-D16E-4D7A-8624-76D0E55BD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327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F2F45-EB85-470C-BFBD-661AC6759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E2E449-FE60-4970-98FE-9F3BB98D29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081BE5-CBAE-46E7-8513-69DDBF4BE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3F80A-C319-4EE7-9629-FE43708A1E84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E27594-A07E-4AAE-87C7-11DB3DDF5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49A1A-5E15-4E6E-B8AB-C9DF1B91C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A84F6-D16E-4D7A-8624-76D0E55BD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589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EB0D58-C851-4D29-9D50-CB066ABD8D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C9955F-58E1-4DA3-B8D5-A4DD6658FC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E65171-3290-4B92-B8E8-FDEEC3E0C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3F80A-C319-4EE7-9629-FE43708A1E84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95539-D064-4AB0-BB55-D2EE7ACD1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0E5099-83B7-4C34-B498-4B6868D9E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A84F6-D16E-4D7A-8624-76D0E55BD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039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C76A7B-9AC9-4C2E-9881-81548E1E0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ADB7A-A30C-4D32-BF07-88FEC89CC5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BE787-2E45-4A8C-BFC8-2331152123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23F80A-C319-4EE7-9629-FE43708A1E84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57FD37-85F9-40FE-8A8C-B40091EBA1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C11B57-7800-4995-974E-88B0242061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0A84F6-D16E-4D7A-8624-76D0E55BD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813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A6B6A-C51B-4788-9950-B8CBD1A545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998806"/>
          </a:xfrm>
        </p:spPr>
        <p:txBody>
          <a:bodyPr/>
          <a:lstStyle/>
          <a:p>
            <a:r>
              <a:rPr lang="en-US" b="1" dirty="0">
                <a:solidFill>
                  <a:srgbClr val="FFC000"/>
                </a:solidFill>
              </a:rPr>
              <a:t>What is a Decision Tree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7441DB-A47C-4893-95C2-2FC65EBB2A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815927"/>
            <a:ext cx="12192000" cy="6042074"/>
          </a:xfrm>
        </p:spPr>
        <p:txBody>
          <a:bodyPr>
            <a:normAutofit/>
          </a:bodyPr>
          <a:lstStyle/>
          <a:p>
            <a:br>
              <a:rPr lang="en-US" sz="3200" dirty="0"/>
            </a:br>
            <a:r>
              <a:rPr lang="en-US" sz="3200" dirty="0"/>
              <a:t>A Decision Tree is a tree-like model that splits data into subsets based on features or attributes, leading to a predicted outcome.</a:t>
            </a:r>
          </a:p>
          <a:p>
            <a:r>
              <a:rPr lang="en-US" sz="3200" dirty="0"/>
              <a:t>*Key Components:*</a:t>
            </a:r>
            <a:br>
              <a:rPr lang="en-US" sz="3200" dirty="0"/>
            </a:br>
            <a:endParaRPr lang="en-US" sz="3200" dirty="0"/>
          </a:p>
          <a:p>
            <a:r>
              <a:rPr lang="en-US" sz="3200" dirty="0"/>
              <a:t>1. Root Node: Input data</a:t>
            </a:r>
          </a:p>
          <a:p>
            <a:r>
              <a:rPr lang="en-US" sz="3200" dirty="0"/>
              <a:t>2. Decision Nodes: Split data based on features</a:t>
            </a:r>
          </a:p>
          <a:p>
            <a:r>
              <a:rPr lang="en-US" sz="3200" dirty="0"/>
              <a:t>3. Leaf Nodes: Predicted outcomes</a:t>
            </a:r>
          </a:p>
          <a:p>
            <a:r>
              <a:rPr lang="en-US" sz="3200" dirty="0"/>
              <a:t>4. Branches: Represent possible decisions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697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7CDEA-9350-4848-AA21-9F753FFD6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1592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>
                <a:solidFill>
                  <a:srgbClr val="FFC000"/>
                </a:solidFill>
              </a:rPr>
              <a:t>How Decision Trees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BF54B-34A0-4F68-A3A5-0EE5FA339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42535"/>
            <a:ext cx="12192000" cy="523442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1. Data is fed into the root node</a:t>
            </a:r>
          </a:p>
          <a:p>
            <a:r>
              <a:rPr lang="en-US" dirty="0"/>
              <a:t>2. Decision nodes split data based on features</a:t>
            </a:r>
          </a:p>
          <a:p>
            <a:r>
              <a:rPr lang="en-US" dirty="0"/>
              <a:t>3. Data flows through branches to leaf nodes</a:t>
            </a:r>
          </a:p>
          <a:p>
            <a:r>
              <a:rPr lang="en-US" dirty="0"/>
              <a:t>4. Leaf nodes predict the outcome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8903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BD46C-34C4-4A7C-AF9D-5A1EA4F2D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7219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>
                <a:solidFill>
                  <a:srgbClr val="FFC000"/>
                </a:solidFill>
              </a:rPr>
              <a:t>Types of Decision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59D98-C48A-44EA-9F18-CA46C93F46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84738"/>
            <a:ext cx="12192000" cy="519222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1. Classification Trees: Predict categorical outcomes</a:t>
            </a:r>
          </a:p>
          <a:p>
            <a:r>
              <a:rPr lang="en-US" dirty="0"/>
              <a:t>2. Regression Trees: Predict continuous outcomes</a:t>
            </a:r>
          </a:p>
          <a:p>
            <a:r>
              <a:rPr lang="en-US" dirty="0"/>
              <a:t>3. CART (Classification and Regression Trees)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861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96A58-B1D5-4C94-BD7B-D5166D676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167617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solidFill>
                  <a:srgbClr val="FFC000"/>
                </a:solidFill>
              </a:rPr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EF207-258B-49A6-AC94-6066B4821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67618"/>
            <a:ext cx="12192000" cy="500934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1. Easy to interpret</a:t>
            </a:r>
          </a:p>
          <a:p>
            <a:r>
              <a:rPr lang="en-US" dirty="0"/>
              <a:t>2. Handle categorical and numerical data</a:t>
            </a:r>
          </a:p>
          <a:p>
            <a:r>
              <a:rPr lang="en-US" dirty="0"/>
              <a:t>3. Robust to outliers</a:t>
            </a:r>
          </a:p>
          <a:p>
            <a:r>
              <a:rPr lang="en-US" dirty="0"/>
              <a:t>4. Fast training and prediction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7122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CABF2-D5AB-406A-9CF8-C949BDAFC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28467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solidFill>
                  <a:srgbClr val="FFC000"/>
                </a:solidFill>
              </a:rPr>
              <a:t>Disadvantages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3F8A4-27FB-4E1F-A1B3-CF8637729B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28468"/>
            <a:ext cx="12192000" cy="524849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1. Overfitting (complex trees)</a:t>
            </a:r>
          </a:p>
          <a:p>
            <a:r>
              <a:rPr lang="en-US" dirty="0"/>
              <a:t>2. Underfitting (simple trees)</a:t>
            </a:r>
          </a:p>
          <a:p>
            <a:r>
              <a:rPr lang="en-US" dirty="0"/>
              <a:t>3. Not suitable for complex relationships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1899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732C0-5E9E-4ED7-8250-546C39EC6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0033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>
                <a:solidFill>
                  <a:srgbClr val="FFC000"/>
                </a:solidFill>
              </a:rPr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F1D3CF-6B05-48F1-99A7-5CBD10AB13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00332"/>
            <a:ext cx="12192000" cy="527663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1. Customer segmentation</a:t>
            </a:r>
          </a:p>
          <a:p>
            <a:r>
              <a:rPr lang="en-US" dirty="0"/>
              <a:t>2. Credit risk assessment</a:t>
            </a:r>
          </a:p>
          <a:p>
            <a:r>
              <a:rPr lang="en-US" dirty="0"/>
              <a:t>3. Medical diagnosis</a:t>
            </a:r>
          </a:p>
          <a:p>
            <a:r>
              <a:rPr lang="en-US" dirty="0"/>
              <a:t>4. Stock market prediction</a:t>
            </a:r>
          </a:p>
          <a:p>
            <a:r>
              <a:rPr lang="en-US" dirty="0"/>
              <a:t>5. Recommendation systems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52558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33309-4BCB-4AC6-8266-3FED98CBA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55076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solidFill>
                  <a:srgbClr val="FFC000"/>
                </a:solidFill>
              </a:rPr>
              <a:t>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84A88-4101-42C2-91AA-000C9CAEB1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55077"/>
            <a:ext cx="12192000" cy="512188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1. Preprocess data</a:t>
            </a:r>
          </a:p>
          <a:p>
            <a:r>
              <a:rPr lang="en-US" dirty="0"/>
              <a:t>2. Choose optimal features</a:t>
            </a:r>
          </a:p>
          <a:p>
            <a:r>
              <a:rPr lang="en-US" dirty="0"/>
              <a:t>3. Regularize trees</a:t>
            </a:r>
          </a:p>
          <a:p>
            <a:r>
              <a:rPr lang="en-US" dirty="0"/>
              <a:t>4. Ensemble multiple trees</a:t>
            </a:r>
          </a:p>
          <a:p>
            <a:r>
              <a:rPr lang="en-US" dirty="0"/>
              <a:t>5. Monitor performance metrics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9735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234</Words>
  <Application>Microsoft Office PowerPoint</Application>
  <PresentationFormat>Widescreen</PresentationFormat>
  <Paragraphs>50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What is a Decision Tree</vt:lpstr>
      <vt:lpstr>How Decision Trees Work</vt:lpstr>
      <vt:lpstr>Types of Decision Trees</vt:lpstr>
      <vt:lpstr>Advantages</vt:lpstr>
      <vt:lpstr>Disadvantages</vt:lpstr>
      <vt:lpstr>Applications</vt:lpstr>
      <vt:lpstr>Best Practices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15</cp:revision>
  <dcterms:created xsi:type="dcterms:W3CDTF">2024-12-01T13:47:40Z</dcterms:created>
  <dcterms:modified xsi:type="dcterms:W3CDTF">2024-12-02T09:05:34Z</dcterms:modified>
</cp:coreProperties>
</file>