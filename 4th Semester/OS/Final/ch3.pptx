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5"/>
  </p:notesMasterIdLst>
  <p:handoutMasterIdLst>
    <p:handoutMasterId r:id="rId56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21" r:id="rId13"/>
    <p:sldId id="422" r:id="rId14"/>
    <p:sldId id="423" r:id="rId15"/>
    <p:sldId id="500" r:id="rId16"/>
    <p:sldId id="501" r:id="rId17"/>
    <p:sldId id="426" r:id="rId18"/>
    <p:sldId id="428" r:id="rId19"/>
    <p:sldId id="429" r:id="rId20"/>
    <p:sldId id="431" r:id="rId21"/>
    <p:sldId id="430" r:id="rId22"/>
    <p:sldId id="432" r:id="rId23"/>
    <p:sldId id="434" r:id="rId24"/>
    <p:sldId id="471" r:id="rId25"/>
    <p:sldId id="502" r:id="rId26"/>
    <p:sldId id="435" r:id="rId27"/>
    <p:sldId id="436" r:id="rId28"/>
    <p:sldId id="437" r:id="rId29"/>
    <p:sldId id="516" r:id="rId30"/>
    <p:sldId id="503" r:id="rId31"/>
    <p:sldId id="490" r:id="rId32"/>
    <p:sldId id="491" r:id="rId33"/>
    <p:sldId id="492" r:id="rId34"/>
    <p:sldId id="521" r:id="rId35"/>
    <p:sldId id="522" r:id="rId36"/>
    <p:sldId id="523" r:id="rId37"/>
    <p:sldId id="524" r:id="rId38"/>
    <p:sldId id="525" r:id="rId39"/>
    <p:sldId id="479" r:id="rId40"/>
    <p:sldId id="473" r:id="rId41"/>
    <p:sldId id="476" r:id="rId42"/>
    <p:sldId id="445" r:id="rId43"/>
    <p:sldId id="446" r:id="rId44"/>
    <p:sldId id="447" r:id="rId45"/>
    <p:sldId id="448" r:id="rId46"/>
    <p:sldId id="518" r:id="rId47"/>
    <p:sldId id="520" r:id="rId48"/>
    <p:sldId id="458" r:id="rId49"/>
    <p:sldId id="459" r:id="rId50"/>
    <p:sldId id="460" r:id="rId51"/>
    <p:sldId id="461" r:id="rId52"/>
    <p:sldId id="514" r:id="rId53"/>
    <p:sldId id="467" r:id="rId5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64" d="100"/>
          <a:sy n="64" d="100"/>
        </p:scale>
        <p:origin x="1584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</a:p>
          <a:p>
            <a:pPr marL="7167563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16626</TotalTime>
  <Words>2772</Words>
  <Application>Microsoft Office PowerPoint</Application>
  <PresentationFormat>On-screen Show (4:3)</PresentationFormat>
  <Paragraphs>352</Paragraphs>
  <Slides>53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ＭＳ Ｐゴシック</vt:lpstr>
      <vt:lpstr>Arial</vt:lpstr>
      <vt:lpstr>Courier</vt:lpstr>
      <vt:lpstr>Courier New</vt:lpstr>
      <vt:lpstr>Helvetica</vt:lpstr>
      <vt:lpstr>Monaco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Communications in Client-Server Systems</vt:lpstr>
      <vt:lpstr>Sockets</vt:lpstr>
      <vt:lpstr>Socket Communication</vt:lpstr>
      <vt:lpstr>Sockets in Java</vt:lpstr>
      <vt:lpstr>Sockets in Java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Prime</cp:lastModifiedBy>
  <cp:revision>349</cp:revision>
  <cp:lastPrinted>2013-10-02T18:16:40Z</cp:lastPrinted>
  <dcterms:created xsi:type="dcterms:W3CDTF">2011-01-13T23:43:38Z</dcterms:created>
  <dcterms:modified xsi:type="dcterms:W3CDTF">2024-10-22T09:12:13Z</dcterms:modified>
</cp:coreProperties>
</file>